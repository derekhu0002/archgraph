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10e1abdc1d4d79" /><Relationship Type="http://schemas.openxmlformats.org/officeDocument/2006/relationships/extended-properties" Target="/docProps/app.xml" Id="R46a86e647fd047ab" /><Relationship Type="http://schemas.openxmlformats.org/officeDocument/2006/relationships/officeDocument" Target="/ppt/presentation.xml" Id="Rf4219cfbfb204534" /></Relationships>
</file>

<file path=ppt/presentation.xml><?xml version="1.0" encoding="utf-8"?>
<p:presentation xmlns:p="http://schemas.openxmlformats.org/presentationml/2006/main">
  <p:sldMasterIdLst>
    <p:sldMasterId xmlns:r="http://schemas.openxmlformats.org/officeDocument/2006/relationships" id="2147483648" r:id="R219cd04018d04e4e"/>
  </p:sldMasterIdLst>
  <p:notesMasterIdLst>
    <p:notesMasterId xmlns:r="http://schemas.openxmlformats.org/officeDocument/2006/relationships" r:id="Rcae7d22a60564b3b"/>
  </p:notesMasterIdLst>
  <p:sldIdLst>
    <p:sldId xmlns:r="http://schemas.openxmlformats.org/officeDocument/2006/relationships" id="256" r:id="R81eaa966ac8d4a4c"/>
    <p:sldId xmlns:r="http://schemas.openxmlformats.org/officeDocument/2006/relationships" id="257" r:id="R23bb07e4991b45ea"/>
    <p:sldId xmlns:r="http://schemas.openxmlformats.org/officeDocument/2006/relationships" id="258" r:id="R3dea55ce31c848cb"/>
    <p:sldId xmlns:r="http://schemas.openxmlformats.org/officeDocument/2006/relationships" id="259" r:id="Rcdc3526f352e479d"/>
    <p:sldId xmlns:r="http://schemas.openxmlformats.org/officeDocument/2006/relationships" id="260" r:id="R722dab7faca14a06"/>
    <p:sldId xmlns:r="http://schemas.openxmlformats.org/officeDocument/2006/relationships" id="261" r:id="R07e2d1ef9d2a4f85"/>
    <p:sldId xmlns:r="http://schemas.openxmlformats.org/officeDocument/2006/relationships" id="262" r:id="Rc7929bd2893d4744"/>
    <p:sldId xmlns:r="http://schemas.openxmlformats.org/officeDocument/2006/relationships" id="263" r:id="Rc3a35e14429e48ba"/>
    <p:sldId xmlns:r="http://schemas.openxmlformats.org/officeDocument/2006/relationships" id="264" r:id="R035c80f2dfdf4a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a20303a3774f42" /><Relationship Type="http://schemas.openxmlformats.org/officeDocument/2006/relationships/slideMaster" Target="/ppt/slideMasters/slideMaster1.xml" Id="R219cd04018d04e4e" /><Relationship Type="http://schemas.openxmlformats.org/officeDocument/2006/relationships/notesMaster" Target="/ppt/notesMasters/notesMaster1.xml" Id="Rcae7d22a60564b3b" /><Relationship Type="http://schemas.openxmlformats.org/officeDocument/2006/relationships/presProps" Target="/ppt/presProps.xml" Id="R2ba6b80cfc3340ff" /><Relationship Type="http://schemas.openxmlformats.org/officeDocument/2006/relationships/tableStyles" Target="/ppt/tableStyles.xml" Id="R9ec40d63b6fa415a" /><Relationship Type="http://schemas.openxmlformats.org/officeDocument/2006/relationships/slide" Target="/ppt/slides/slide1.xml" Id="R81eaa966ac8d4a4c" /><Relationship Type="http://schemas.openxmlformats.org/officeDocument/2006/relationships/slide" Target="/ppt/slides/slide2.xml" Id="R23bb07e4991b45ea" /><Relationship Type="http://schemas.openxmlformats.org/officeDocument/2006/relationships/slide" Target="/ppt/slides/slide3.xml" Id="R3dea55ce31c848cb" /><Relationship Type="http://schemas.openxmlformats.org/officeDocument/2006/relationships/slide" Target="/ppt/slides/slide4.xml" Id="Rcdc3526f352e479d" /><Relationship Type="http://schemas.openxmlformats.org/officeDocument/2006/relationships/slide" Target="/ppt/slides/slide5.xml" Id="R722dab7faca14a06" /><Relationship Type="http://schemas.openxmlformats.org/officeDocument/2006/relationships/slide" Target="/ppt/slides/slide6.xml" Id="R07e2d1ef9d2a4f85" /><Relationship Type="http://schemas.openxmlformats.org/officeDocument/2006/relationships/slide" Target="/ppt/slides/slide7.xml" Id="Rc7929bd2893d4744" /><Relationship Type="http://schemas.openxmlformats.org/officeDocument/2006/relationships/slide" Target="/ppt/slides/slide8.xml" Id="Rc3a35e14429e48ba" /><Relationship Type="http://schemas.openxmlformats.org/officeDocument/2006/relationships/slide" Target="/ppt/slides/slide9.xml" Id="R035c80f2dfdf4a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4c5f730e294f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e2b2f0e1e949d5" /><Relationship Type="http://schemas.openxmlformats.org/officeDocument/2006/relationships/notesMaster" Target="/ppt/notesMasters/notesMaster1.xml" Id="R93245a819b694f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036e11427a440f" /><Relationship Type="http://schemas.openxmlformats.org/officeDocument/2006/relationships/notesMaster" Target="/ppt/notesMasters/notesMaster1.xml" Id="Rfd7c50628bd246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f3728d832b4476" /><Relationship Type="http://schemas.openxmlformats.org/officeDocument/2006/relationships/notesMaster" Target="/ppt/notesMasters/notesMaster1.xml" Id="Rcef828c6767240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5f62be3406438a" /><Relationship Type="http://schemas.openxmlformats.org/officeDocument/2006/relationships/notesMaster" Target="/ppt/notesMasters/notesMaster1.xml" Id="R476926ae3e314bb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5472cb58a54d48" /><Relationship Type="http://schemas.openxmlformats.org/officeDocument/2006/relationships/notesMaster" Target="/ppt/notesMasters/notesMaster1.xml" Id="R49643eb17abf46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6f5d14e2284141" /><Relationship Type="http://schemas.openxmlformats.org/officeDocument/2006/relationships/notesMaster" Target="/ppt/notesMasters/notesMaster1.xml" Id="Rf83534b1e36449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9f87fb4ebb4e31" /><Relationship Type="http://schemas.openxmlformats.org/officeDocument/2006/relationships/notesMaster" Target="/ppt/notesMasters/notesMaster1.xml" Id="Rf9734e512e474f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c660b57d8b490f" /><Relationship Type="http://schemas.openxmlformats.org/officeDocument/2006/relationships/notesMaster" Target="/ppt/notesMasters/notesMaster1.xml" Id="Rdee338df125943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750cb2730e4715" /><Relationship Type="http://schemas.openxmlformats.org/officeDocument/2006/relationships/notesMaster" Target="/ppt/notesMasters/notesMaster1.xml" Id="Rcecf3ac0a0324b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通用业务流程，不依赖具体行业或业务领域。主路径综合意图图 UML 2 Agent 状态机，但用业务价值阶段表达；状态细节（AwaitingResult / AwaitingUser / 后台任务 / Stopped）是执行机制，不把终止状态当作成功。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应用框架是跨业务领域的系统结构示意，不等同于某一产品部署图。主要层次：人类专家与业务目标、Agent runtime、可用上下文（代码仓/文档/知识库）、工具（IDE/终端/版本控制/测试/MCP）、Harness（规则、权限、回合调度）、可执行裁判（测试/评审/验收）、结果反馈。</a:t>
            </a:r>
          </a:p>
          <a:p xmlns:a="http://schemas.openxmlformats.org/drawingml/2006/main">
            <a:r>
              <a:t>行业实践只作启发，不作普遍因果证明：OpenAI Harness Engineering 报告了 3 位工程师、约 5 个月、约 100 万行、手写代码为零；Bun 描述了 Zig→Rust 迁移；Anthropic 给出迁移前建立评判器的做法。详见第 9 页来源与口径。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核心差异来自知识库如何被生产与维护，不只来自某次查询使用了哪种检索算法。已实现部分：项目可插拔 ontology/schema bundle、canonical intent graph、Graph MCP 的语义/上下文/只读结构查询与受护栏的写入、去重/无损更新/墓碑、Acceptance Tests 与图谱元素的映射、提交与路径溯源。通用概念以 workspace schema bundle 配置，当前仓库默认基座是 Acme（ArchiMate 3.2 + UML 2 状态机）；不要写作 Arcanate。知识库质量维度 coverage/structure/provenance/freshness/redundancy 来自 graph-gain-regime-boundary-001，是建议的评测剖面，尚未作为已测结果。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指标分类来自 UML2 状态机 + Assessment 建模：局部/状态指标对齐被测动作，整体指标对齐成功率与端到端成本。指标以关系连接状态、能力与影响方向；当前覆盖 measured 4 / partial 5 / not_measured 11。P8 给出 20 项逐项明细。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RAG 是应用框架中的检索与知识维护子系统，不是通用 Coding Agent 业务价值全流程。业界流程涵盖 ingest/governance、representation/indexing、retrieval/reranking、grounded answer、evaluation/feedback。ArchGraph 以图谱元素/关系作为语义单元，替代固定文本切块；L4 社区索引为 partial。覆盖和指标编号见本页各阶段。</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各结果必须按测量条件解读。检索 R@1 的 94.6→98.7 是同项目内部基线与重排对比，不是与行业产品对比。工具成功率 100% 来自 ON 组 10/10 小样本；A/B 的 OFF 组 grep 失败并触发慢回退，token/工具/轮次差值只作试跑观察。记忆准确率 31/31、拒答 100% 是自建题集。公开基准只有在任务、模型、Harness、评分口径一致时才能直接比较；8 个 coding/agent 基准目前未跑。下一步建议同时做制度级对照与同一项目知识库质量随规模变化的纵向测量。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联邦架构依据 federation registry 和 external graph query：中心维护成员、能力、接口与授权元数据；跨成员读取返回引用，项目图谱仍是其唯一事实源。当前快照：23 个成员、45 条授权关系，SOC-DEMO 实读 386 个元素。组织级结果来自互操作，不要求合并各项目图。</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完整指标表依据意图图谱 aos-as-* measurement-status / measurement-result；状态与结果在生成前逐项对照。公开基准区间仅用于比较口径，不替代本项目实测。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业界信号与工程案例只用于提出问题、总结可复用做法，不可合并成单一效果预测。</a:t>
            </a:r>
          </a:p>
          <a:p xmlns:a="http://schemas.openxmlformats.org/drawingml/2006/main">
            <a:r>
              <a:t>来源与口径：</a:t>
            </a:r>
          </a:p>
          <a:p xmlns:a="http://schemas.openxmlformats.org/drawingml/2006/main">
            <a:r>
              <a:t>GitClear, 2025 report, 211 million changed lines across 2020–2024; duplicate-code trend is observational and does not establish AI as the sole cause: https://staging2.gitclear.com/ai_assistant_code_quality_2025_research</a:t>
            </a:r>
          </a:p>
          <a:p xmlns:a="http://schemas.openxmlformats.org/drawingml/2006/main">
            <a:r>
              <a:t>DORA 2025, 30% report little or no trust in AI-generated code: https://dora.dev/insights/managing-ai-dependency/</a:t>
            </a:r>
          </a:p>
          <a:p xmlns:a="http://schemas.openxmlformats.org/drawingml/2006/main">
            <a:r>
              <a:t>Faros AI, telemetry across 1,255 teams and 10,000+ developers; high-adoption teams showed PR review time +91% and PRs +98%: https://www.faros.ai/blog/ai-software-engineering</a:t>
            </a:r>
          </a:p>
          <a:p xmlns:a="http://schemas.openxmlformats.org/drawingml/2006/main">
            <a:r>
              <a:t>METR randomized controlled trial: 16 experienced open-source developers, 246 tasks, early-2025 tools; measured 19% slower while participants estimated 20% faster: https://metr.org/Early_2025_AI_Experienced_OS_Devs_Study-paper.pdf</a:t>
            </a:r>
          </a:p>
          <a:p xmlns:a="http://schemas.openxmlformats.org/drawingml/2006/main">
            <a:r>
              <a:t>These sources use different methods and populations; do not treat them as one causal estimate.</a:t>
            </a:r>
          </a:p>
          <a:p xmlns:a="http://schemas.openxmlformats.org/drawingml/2006/main">
            <a:r>
              <a:t>来源：OpenAI Harness Engineering (3 engineers, about five months, roughly one million lines, no manually written code): https://openai.com/index/harness-engineering/</a:t>
            </a:r>
          </a:p>
          <a:p xmlns:a="http://schemas.openxmlformats.org/drawingml/2006/main">
            <a:r>
              <a:t>Bun Rust rewrite (11 days, 6,778 commits including merges, about $165,000 API-price estimate): https://bun.com/blog/bun-in-rust</a:t>
            </a:r>
          </a:p>
          <a:p xmlns:a="http://schemas.openxmlformats.org/drawingml/2006/main">
            <a:r>
              <a:t>Anthropic large-scale migration six-step method: https://claude.com/resources/articles/ai-code-migration</a:t>
            </a:r>
          </a:p>
          <a:p xmlns:a="http://schemas.openxmlformats.org/drawingml/2006/main">
            <a:r>
              <a:t>Codex CLI native rewrite discussion: https://github.com/openai/codex/discussions/1174</a:t>
            </a:r>
          </a:p>
          <a:p xmlns:a="http://schemas.openxmlformats.org/drawingml/2006/main">
            <a:r>
              <a:t>DHH TerminalTextEffects figure is a reported single demonstration, not a controlled comparison; it is not used to infer typical productivity.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889ed15a17848b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1837d482a048ac" /><Relationship Type="http://schemas.openxmlformats.org/officeDocument/2006/relationships/slideLayout" Target="/ppt/slideLayouts/slideLayout1.xml" Id="Rc33cc269644d4e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3cc269644d4e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9a5ba04ef646d5" /><Relationship Type="http://schemas.openxmlformats.org/officeDocument/2006/relationships/notesSlide" Target="/ppt/notesSlides/notesSlide1.xml" Id="Reefbabe353a845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4f4791dff7940a1" /><Relationship Type="http://schemas.openxmlformats.org/officeDocument/2006/relationships/notesSlide" Target="/ppt/notesSlides/notesSlide2.xml" Id="R00571f0b98b048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b6b97b3e6046f3" /><Relationship Type="http://schemas.openxmlformats.org/officeDocument/2006/relationships/notesSlide" Target="/ppt/notesSlides/notesSlide3.xml" Id="R20d70056e88e45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7ef118e2df4b87" /><Relationship Type="http://schemas.openxmlformats.org/officeDocument/2006/relationships/notesSlide" Target="/ppt/notesSlides/notesSlide4.xml" Id="R474d186549b7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68f48befccc4313" /><Relationship Type="http://schemas.openxmlformats.org/officeDocument/2006/relationships/notesSlide" Target="/ppt/notesSlides/notesSlide5.xml" Id="R20cbc2db196f40e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fb021887824e37" /><Relationship Type="http://schemas.openxmlformats.org/officeDocument/2006/relationships/notesSlide" Target="/ppt/notesSlides/notesSlide6.xml" Id="Rca34553ddd9f41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daacab1facf4e30" /><Relationship Type="http://schemas.openxmlformats.org/officeDocument/2006/relationships/notesSlide" Target="/ppt/notesSlides/notesSlide7.xml" Id="Rcb22af6ee5b945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3becc978ba4866" /><Relationship Type="http://schemas.openxmlformats.org/officeDocument/2006/relationships/notesSlide" Target="/ppt/notesSlides/notesSlide8.xml" Id="R1dbece7d9db8412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280bf671a544e9" /><Relationship Type="http://schemas.openxmlformats.org/officeDocument/2006/relationships/notesSlide" Target="/ppt/notesSlides/notesSlide9.xml" Id="R0d5435fa79494d5c" /></Relationships>
</file>

<file path=ppt/slides/slide1.xml><?xml version="1.0" encoding="utf-8"?>
<p:sld xmlns:p="http://schemas.openxmlformats.org/presentationml/2006/main">
  <p:cSld>
    <p:bg>
      <p:bgPr>
        <a:solidFill xmlns:a="http://schemas.openxmlformats.org/drawingml/2006/main">
          <a:srgbClr val="152338"/>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D8D353D2-1F09-45FE-91C0-DCBDBB121107}"/>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9DB1FF"/>
                </a:solidFill>
                <a:latin typeface="Arial"/>
                <a:ea typeface="Arial"/>
                <a:cs typeface="Arial"/>
              </a:defRPr>
            </a:pPr>
            <a:r>
              <a:rPr sz="975" b="1">
                <a:solidFill>
                  <a:srgbClr val="9DB1FF"/>
                </a:solidFill>
                <a:latin typeface="Arial"/>
                <a:ea typeface="Arial"/>
                <a:cs typeface="Arial"/>
              </a:rPr>
              <a:t>01 · 通用业务价值流程</a:t>
            </a:r>
          </a:p>
        </p:txBody>
      </p:sp>
      <p:sp>
        <p:nvSpPr>
          <p:cNvPr id="2" name="">
            <a:extLst xmlns:a="http://schemas.openxmlformats.org/drawingml/2006/main">
              <a:ext uri="{FF2B5EF4-FFF2-40B4-BE49-F238E27FC236}">
                <a16:creationId xmlns:a16="http://schemas.microsoft.com/office/drawing/2014/main" id="{4CA64CFF-37FC-4006-85B4-A8F921048029}"/>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Coding Agent 如何把需求变成可验收的价值</a:t>
            </a:r>
          </a:p>
        </p:txBody>
      </p:sp>
      <p:sp>
        <p:nvSpPr>
          <p:cNvPr id="3" name="">
            <a:extLst xmlns:a="http://schemas.openxmlformats.org/drawingml/2006/main">
              <a:ext uri="{FF2B5EF4-FFF2-40B4-BE49-F238E27FC236}">
                <a16:creationId xmlns:a16="http://schemas.microsoft.com/office/drawing/2014/main" id="{880BB47E-6BFE-4AEE-8FDF-0EDCA221982B}"/>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BBC7D5"/>
                </a:solidFill>
                <a:latin typeface="Arial"/>
                <a:ea typeface="Arial"/>
                <a:cs typeface="Arial"/>
              </a:defRPr>
            </a:pPr>
            <a:r>
              <a:rPr sz="1200" b="0">
                <a:solidFill>
                  <a:srgbClr val="BBC7D5"/>
                </a:solidFill>
                <a:latin typeface="Arial"/>
                <a:ea typeface="Arial"/>
                <a:cs typeface="Arial"/>
              </a:rPr>
              <a:t>适用于不同业务场景的通用工作骨架；状态机说明 Agent 如何执行，人类在关键节点校准</a:t>
            </a:r>
          </a:p>
        </p:txBody>
      </p:sp>
      <p:sp>
        <p:nvSpPr>
          <p:cNvPr id="4" name="">
            <a:extLst xmlns:a="http://schemas.openxmlformats.org/drawingml/2006/main">
              <a:ext uri="{FF2B5EF4-FFF2-40B4-BE49-F238E27FC236}">
                <a16:creationId xmlns:a16="http://schemas.microsoft.com/office/drawing/2014/main" id="{FD10A723-3B8E-4DE8-B806-AFB90BD94333}"/>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3D4D62"/>
            </a:solidFill>
          </a:ln>
        </p:spPr>
      </p:sp>
      <p:sp>
        <p:nvSpPr>
          <p:cNvPr id="5" name="">
            <a:extLst xmlns:a="http://schemas.openxmlformats.org/drawingml/2006/main">
              <a:ext uri="{FF2B5EF4-FFF2-40B4-BE49-F238E27FC236}">
                <a16:creationId xmlns:a16="http://schemas.microsoft.com/office/drawing/2014/main" id="{50B4D0D5-1BD5-4A86-8AB3-FA62979546AD}"/>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BBC7D5"/>
                </a:solidFill>
                <a:latin typeface="Arial"/>
                <a:ea typeface="Arial"/>
                <a:cs typeface="Arial"/>
              </a:defRPr>
            </a:pPr>
            <a:r>
              <a:rPr sz="750" b="1">
                <a:solidFill>
                  <a:srgbClr val="BBC7D5"/>
                </a:solidFill>
                <a:latin typeface="Arial"/>
                <a:ea typeface="Arial"/>
                <a:cs typeface="Arial"/>
              </a:rPr>
              <a:t>ARCHGRAPH  /  01</a:t>
            </a:r>
          </a:p>
        </p:txBody>
      </p:sp>
      <p:sp>
        <p:nvSpPr>
          <p:cNvPr id="6" name="">
            <a:extLst xmlns:a="http://schemas.openxmlformats.org/drawingml/2006/main">
              <a:ext uri="{FF2B5EF4-FFF2-40B4-BE49-F238E27FC236}">
                <a16:creationId xmlns:a16="http://schemas.microsoft.com/office/drawing/2014/main" id="{28FE11DF-4714-42C1-9148-47878D20D62E}"/>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675" b="0">
                <a:solidFill>
                  <a:srgbClr val="BBC7D5"/>
                </a:solidFill>
                <a:latin typeface="Arial"/>
                <a:ea typeface="Arial"/>
                <a:cs typeface="Arial"/>
              </a:defRPr>
            </a:pPr>
            <a:r>
              <a:rPr sz="675" b="0">
                <a:solidFill>
                  <a:srgbClr val="BBC7D5"/>
                </a:solidFill>
                <a:latin typeface="Arial"/>
                <a:ea typeface="Arial"/>
                <a:cs typeface="Arial"/>
              </a:rPr>
              <a:t>视图 uml2-coding-statemachine-view-002</a:t>
            </a:r>
          </a:p>
        </p:txBody>
      </p:sp>
      <p:sp>
        <p:nvSpPr>
          <p:cNvPr id="7" name="">
            <a:extLst xmlns:a="http://schemas.openxmlformats.org/drawingml/2006/main">
              <a:ext uri="{FF2B5EF4-FFF2-40B4-BE49-F238E27FC236}">
                <a16:creationId xmlns:a16="http://schemas.microsoft.com/office/drawing/2014/main" id="{1A914AFF-46DB-44A1-A898-33406C4B7D3C}"/>
              </a:ext>
            </a:extLst>
          </p:cNvPr>
          <p:cNvSpPr>
            <a:spLocks xmlns:a="http://schemas.openxmlformats.org/drawingml/2006/main" noGrp="1"/>
          </p:cNvSpPr>
          <p:nvPr/>
        </p:nvSpPr>
        <p:spPr>
          <a:xfrm xmlns:a="http://schemas.openxmlformats.org/drawingml/2006/main">
            <a:off x="8934450" y="1752600"/>
            <a:ext cx="2457450" cy="238125"/>
          </a:xfrm>
          <a:prstGeom xmlns:a="http://schemas.openxmlformats.org/drawingml/2006/main" prst="roundRect">
            <a:avLst>
              <a:gd name="adj" fmla="val 48000"/>
            </a:avLst>
          </a:prstGeom>
          <a:solidFill xmlns:a="http://schemas.openxmlformats.org/drawingml/2006/main">
            <a:srgbClr val="24375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63688FE-B4C9-4760-A9D8-78ABE252631B}"/>
              </a:ext>
            </a:extLst>
          </p:cNvPr>
          <p:cNvSpPr>
            <a:spLocks xmlns:a="http://schemas.openxmlformats.org/drawingml/2006/main" noGrp="1"/>
          </p:cNvSpPr>
          <p:nvPr/>
        </p:nvSpPr>
        <p:spPr>
          <a:xfrm xmlns:a="http://schemas.openxmlformats.org/drawingml/2006/main">
            <a:off x="8972550" y="1762125"/>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C9D4E2"/>
                </a:solidFill>
                <a:latin typeface="Arial"/>
                <a:ea typeface="Arial"/>
                <a:cs typeface="Arial"/>
              </a:defRPr>
            </a:pPr>
            <a:r>
              <a:rPr sz="825" b="1">
                <a:solidFill>
                  <a:srgbClr val="C9D4E2"/>
                </a:solidFill>
                <a:latin typeface="Arial"/>
                <a:ea typeface="Arial"/>
                <a:cs typeface="Arial"/>
              </a:rPr>
              <a:t>适用于不同业务领域</a:t>
            </a:r>
          </a:p>
        </p:txBody>
      </p:sp>
      <p:sp>
        <p:nvSpPr>
          <p:cNvPr id="9" name="">
            <a:extLst xmlns:a="http://schemas.openxmlformats.org/drawingml/2006/main">
              <a:ext uri="{FF2B5EF4-FFF2-40B4-BE49-F238E27FC236}">
                <a16:creationId xmlns:a16="http://schemas.microsoft.com/office/drawing/2014/main" id="{F063A41B-82C1-4FC4-8BF0-8B0FD83533B1}"/>
              </a:ext>
            </a:extLst>
          </p:cNvPr>
          <p:cNvSpPr>
            <a:spLocks xmlns:a="http://schemas.openxmlformats.org/drawingml/2006/main" noGrp="1"/>
          </p:cNvSpPr>
          <p:nvPr/>
        </p:nvSpPr>
        <p:spPr>
          <a:xfrm xmlns:a="http://schemas.openxmlformats.org/drawingml/2006/main">
            <a:off x="647700" y="2495550"/>
            <a:ext cx="1571625" cy="1257300"/>
          </a:xfrm>
          <a:prstGeom xmlns:a="http://schemas.openxmlformats.org/drawingml/2006/main" prst="roundRect">
            <a:avLst>
              <a:gd name="adj" fmla="val 9091"/>
            </a:avLst>
          </a:prstGeom>
          <a:solidFill xmlns:a="http://schemas.openxmlformats.org/drawingml/2006/main">
            <a:srgbClr val="21344A"/>
          </a:solidFill>
          <a:ln xmlns:a="http://schemas.openxmlformats.org/drawingml/2006/main" w="9525">
            <a:solidFill>
              <a:srgbClr val="4B6077"/>
            </a:solidFill>
          </a:ln>
        </p:spPr>
      </p:sp>
      <p:sp>
        <p:nvSpPr>
          <p:cNvPr id="10" name="">
            <a:extLst xmlns:a="http://schemas.openxmlformats.org/drawingml/2006/main">
              <a:ext uri="{FF2B5EF4-FFF2-40B4-BE49-F238E27FC236}">
                <a16:creationId xmlns:a16="http://schemas.microsoft.com/office/drawing/2014/main" id="{48895F7E-A0F6-47BB-AEFB-B5E4C5C41D8A}"/>
              </a:ext>
            </a:extLst>
          </p:cNvPr>
          <p:cNvSpPr>
            <a:spLocks xmlns:a="http://schemas.openxmlformats.org/drawingml/2006/main" noGrp="1"/>
          </p:cNvSpPr>
          <p:nvPr/>
        </p:nvSpPr>
        <p:spPr>
          <a:xfrm xmlns:a="http://schemas.openxmlformats.org/drawingml/2006/main">
            <a:off x="733425" y="2590800"/>
            <a:ext cx="266700" cy="266700"/>
          </a:xfrm>
          <a:prstGeom xmlns:a="http://schemas.openxmlformats.org/drawingml/2006/main" prst="roundRect">
            <a:avLst>
              <a:gd name="adj" fmla="val 50000"/>
            </a:avLst>
          </a:prstGeom>
          <a:solidFill xmlns:a="http://schemas.openxmlformats.org/drawingml/2006/main">
            <a:srgbClr val="315EF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BD21766-C157-4549-BE44-9D3F9096C992}"/>
              </a:ext>
            </a:extLst>
          </p:cNvPr>
          <p:cNvSpPr>
            <a:spLocks xmlns:a="http://schemas.openxmlformats.org/drawingml/2006/main" noGrp="1"/>
          </p:cNvSpPr>
          <p:nvPr/>
        </p:nvSpPr>
        <p:spPr>
          <a:xfrm xmlns:a="http://schemas.openxmlformats.org/drawingml/2006/main">
            <a:off x="762000"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57157D0C-CAB4-4AD0-9532-9390F35FAB9F}"/>
              </a:ext>
            </a:extLst>
          </p:cNvPr>
          <p:cNvSpPr>
            <a:spLocks xmlns:a="http://schemas.openxmlformats.org/drawingml/2006/main" noGrp="1"/>
          </p:cNvSpPr>
          <p:nvPr/>
        </p:nvSpPr>
        <p:spPr>
          <a:xfrm xmlns:a="http://schemas.openxmlformats.org/drawingml/2006/main">
            <a:off x="800100"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需求与验收口径</a:t>
            </a:r>
          </a:p>
        </p:txBody>
      </p:sp>
      <p:sp>
        <p:nvSpPr>
          <p:cNvPr id="13" name="">
            <a:extLst xmlns:a="http://schemas.openxmlformats.org/drawingml/2006/main">
              <a:ext uri="{FF2B5EF4-FFF2-40B4-BE49-F238E27FC236}">
                <a16:creationId xmlns:a16="http://schemas.microsoft.com/office/drawing/2014/main" id="{8439F4A8-1124-4B02-9507-2F121761F61E}"/>
              </a:ext>
            </a:extLst>
          </p:cNvPr>
          <p:cNvSpPr>
            <a:spLocks xmlns:a="http://schemas.openxmlformats.org/drawingml/2006/main" noGrp="1"/>
          </p:cNvSpPr>
          <p:nvPr/>
        </p:nvSpPr>
        <p:spPr>
          <a:xfrm xmlns:a="http://schemas.openxmlformats.org/drawingml/2006/main">
            <a:off x="742950"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目标、约束、完成定义</a:t>
            </a:r>
          </a:p>
        </p:txBody>
      </p:sp>
      <p:sp>
        <p:nvSpPr>
          <p:cNvPr id="14" name="">
            <a:extLst xmlns:a="http://schemas.openxmlformats.org/drawingml/2006/main">
              <a:ext uri="{FF2B5EF4-FFF2-40B4-BE49-F238E27FC236}">
                <a16:creationId xmlns:a16="http://schemas.microsoft.com/office/drawing/2014/main" id="{0B86192A-E423-45EB-97D7-28AF75F47E56}"/>
              </a:ext>
            </a:extLst>
          </p:cNvPr>
          <p:cNvSpPr>
            <a:spLocks xmlns:a="http://schemas.openxmlformats.org/drawingml/2006/main" noGrp="1"/>
          </p:cNvSpPr>
          <p:nvPr/>
        </p:nvSpPr>
        <p:spPr>
          <a:xfrm xmlns:a="http://schemas.openxmlformats.org/drawingml/2006/main" flipH="0" flipV="0">
            <a:off x="2219325" y="3124200"/>
            <a:ext cx="266700" cy="95"/>
          </a:xfrm>
          <a:prstGeom xmlns:a="http://schemas.openxmlformats.org/drawingml/2006/main" prst="line">
            <a:avLst/>
          </a:prstGeom>
          <a:noFill xmlns:a="http://schemas.openxmlformats.org/drawingml/2006/main"/>
          <a:ln xmlns:a="http://schemas.openxmlformats.org/drawingml/2006/main" w="19050">
            <a:solidFill>
              <a:srgbClr val="91A9FF"/>
            </a:solidFill>
          </a:ln>
        </p:spPr>
      </p:sp>
      <p:sp>
        <p:nvSpPr>
          <p:cNvPr id="15" name="">
            <a:extLst xmlns:a="http://schemas.openxmlformats.org/drawingml/2006/main">
              <a:ext uri="{FF2B5EF4-FFF2-40B4-BE49-F238E27FC236}">
                <a16:creationId xmlns:a16="http://schemas.microsoft.com/office/drawing/2014/main" id="{F8A81950-6EE1-48A1-A702-012738E8DFD2}"/>
              </a:ext>
            </a:extLst>
          </p:cNvPr>
          <p:cNvSpPr>
            <a:spLocks xmlns:a="http://schemas.openxmlformats.org/drawingml/2006/main" noGrp="1"/>
          </p:cNvSpPr>
          <p:nvPr/>
        </p:nvSpPr>
        <p:spPr>
          <a:xfrm xmlns:a="http://schemas.openxmlformats.org/drawingml/2006/main">
            <a:off x="2390775" y="29718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4203"/>
          </a:bodyPr>
          <a:lstStyle xmlns:a="http://schemas.openxmlformats.org/drawingml/2006/main"/>
          <a:p xmlns:a="http://schemas.openxmlformats.org/drawingml/2006/main">
            <a:pPr algn="ctr">
              <a:defRPr sz="1725" b="1">
                <a:solidFill>
                  <a:srgbClr val="91A9FF"/>
                </a:solidFill>
                <a:latin typeface="Arial"/>
                <a:ea typeface="Arial"/>
                <a:cs typeface="Arial"/>
              </a:defRPr>
            </a:pPr>
            <a:r>
              <a:rPr sz="1725" b="1">
                <a:solidFill>
                  <a:srgbClr val="91A9FF"/>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3B2E2316-4E46-4A54-BAE4-EB45DB405D28}"/>
              </a:ext>
            </a:extLst>
          </p:cNvPr>
          <p:cNvSpPr>
            <a:spLocks xmlns:a="http://schemas.openxmlformats.org/drawingml/2006/main" noGrp="1"/>
          </p:cNvSpPr>
          <p:nvPr/>
        </p:nvSpPr>
        <p:spPr>
          <a:xfrm xmlns:a="http://schemas.openxmlformats.org/drawingml/2006/main">
            <a:off x="2562225" y="2495550"/>
            <a:ext cx="1571625" cy="1257300"/>
          </a:xfrm>
          <a:prstGeom xmlns:a="http://schemas.openxmlformats.org/drawingml/2006/main" prst="roundRect">
            <a:avLst>
              <a:gd name="adj" fmla="val 9091"/>
            </a:avLst>
          </a:prstGeom>
          <a:solidFill xmlns:a="http://schemas.openxmlformats.org/drawingml/2006/main">
            <a:srgbClr val="21344A"/>
          </a:solidFill>
          <a:ln xmlns:a="http://schemas.openxmlformats.org/drawingml/2006/main" w="9525">
            <a:solidFill>
              <a:srgbClr val="4B6077"/>
            </a:solidFill>
          </a:ln>
        </p:spPr>
      </p:sp>
      <p:sp>
        <p:nvSpPr>
          <p:cNvPr id="17" name="">
            <a:extLst xmlns:a="http://schemas.openxmlformats.org/drawingml/2006/main">
              <a:ext uri="{FF2B5EF4-FFF2-40B4-BE49-F238E27FC236}">
                <a16:creationId xmlns:a16="http://schemas.microsoft.com/office/drawing/2014/main" id="{8E5E89B0-D672-4D8D-8F02-1032A040CEAC}"/>
              </a:ext>
            </a:extLst>
          </p:cNvPr>
          <p:cNvSpPr>
            <a:spLocks xmlns:a="http://schemas.openxmlformats.org/drawingml/2006/main" noGrp="1"/>
          </p:cNvSpPr>
          <p:nvPr/>
        </p:nvSpPr>
        <p:spPr>
          <a:xfrm xmlns:a="http://schemas.openxmlformats.org/drawingml/2006/main">
            <a:off x="2647950" y="2590800"/>
            <a:ext cx="266700" cy="266700"/>
          </a:xfrm>
          <a:prstGeom xmlns:a="http://schemas.openxmlformats.org/drawingml/2006/main" prst="roundRect">
            <a:avLst>
              <a:gd name="adj" fmla="val 50000"/>
            </a:avLst>
          </a:prstGeom>
          <a:solidFill xmlns:a="http://schemas.openxmlformats.org/drawingml/2006/main">
            <a:srgbClr val="496CE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7B233D0-8E84-4C9A-B33D-CE59B92CE5EE}"/>
              </a:ext>
            </a:extLst>
          </p:cNvPr>
          <p:cNvSpPr>
            <a:spLocks xmlns:a="http://schemas.openxmlformats.org/drawingml/2006/main" noGrp="1"/>
          </p:cNvSpPr>
          <p:nvPr/>
        </p:nvSpPr>
        <p:spPr>
          <a:xfrm xmlns:a="http://schemas.openxmlformats.org/drawingml/2006/main">
            <a:off x="2676525"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02</a:t>
            </a:r>
          </a:p>
        </p:txBody>
      </p:sp>
      <p:sp>
        <p:nvSpPr>
          <p:cNvPr id="19" name="">
            <a:extLst xmlns:a="http://schemas.openxmlformats.org/drawingml/2006/main">
              <a:ext uri="{FF2B5EF4-FFF2-40B4-BE49-F238E27FC236}">
                <a16:creationId xmlns:a16="http://schemas.microsoft.com/office/drawing/2014/main" id="{5C3184D4-ABD5-4ED3-BFCD-941BC07EFA63}"/>
              </a:ext>
            </a:extLst>
          </p:cNvPr>
          <p:cNvSpPr>
            <a:spLocks xmlns:a="http://schemas.openxmlformats.org/drawingml/2006/main" noGrp="1"/>
          </p:cNvSpPr>
          <p:nvPr/>
        </p:nvSpPr>
        <p:spPr>
          <a:xfrm xmlns:a="http://schemas.openxmlformats.org/drawingml/2006/main">
            <a:off x="2714625"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理解与计划</a:t>
            </a:r>
          </a:p>
        </p:txBody>
      </p:sp>
      <p:sp>
        <p:nvSpPr>
          <p:cNvPr id="20" name="">
            <a:extLst xmlns:a="http://schemas.openxmlformats.org/drawingml/2006/main">
              <a:ext uri="{FF2B5EF4-FFF2-40B4-BE49-F238E27FC236}">
                <a16:creationId xmlns:a16="http://schemas.microsoft.com/office/drawing/2014/main" id="{AED83578-40E7-4DFA-B6F4-AD0B3A35A92C}"/>
              </a:ext>
            </a:extLst>
          </p:cNvPr>
          <p:cNvSpPr>
            <a:spLocks xmlns:a="http://schemas.openxmlformats.org/drawingml/2006/main" noGrp="1"/>
          </p:cNvSpPr>
          <p:nvPr/>
        </p:nvSpPr>
        <p:spPr>
          <a:xfrm xmlns:a="http://schemas.openxmlformats.org/drawingml/2006/main">
            <a:off x="2657475"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拆解任务、确定顺序</a:t>
            </a:r>
          </a:p>
        </p:txBody>
      </p:sp>
      <p:sp>
        <p:nvSpPr>
          <p:cNvPr id="21" name="">
            <a:extLst xmlns:a="http://schemas.openxmlformats.org/drawingml/2006/main">
              <a:ext uri="{FF2B5EF4-FFF2-40B4-BE49-F238E27FC236}">
                <a16:creationId xmlns:a16="http://schemas.microsoft.com/office/drawing/2014/main" id="{BB25DC54-D2A3-4386-87FE-10FC6104B193}"/>
              </a:ext>
            </a:extLst>
          </p:cNvPr>
          <p:cNvSpPr>
            <a:spLocks xmlns:a="http://schemas.openxmlformats.org/drawingml/2006/main" noGrp="1"/>
          </p:cNvSpPr>
          <p:nvPr/>
        </p:nvSpPr>
        <p:spPr>
          <a:xfrm xmlns:a="http://schemas.openxmlformats.org/drawingml/2006/main" flipH="0" flipV="0">
            <a:off x="4133850" y="3124200"/>
            <a:ext cx="266700" cy="95"/>
          </a:xfrm>
          <a:prstGeom xmlns:a="http://schemas.openxmlformats.org/drawingml/2006/main" prst="line">
            <a:avLst/>
          </a:prstGeom>
          <a:noFill xmlns:a="http://schemas.openxmlformats.org/drawingml/2006/main"/>
          <a:ln xmlns:a="http://schemas.openxmlformats.org/drawingml/2006/main" w="19050">
            <a:solidFill>
              <a:srgbClr val="91A9FF"/>
            </a:solidFill>
          </a:ln>
        </p:spPr>
      </p:sp>
      <p:sp>
        <p:nvSpPr>
          <p:cNvPr id="22" name="">
            <a:extLst xmlns:a="http://schemas.openxmlformats.org/drawingml/2006/main">
              <a:ext uri="{FF2B5EF4-FFF2-40B4-BE49-F238E27FC236}">
                <a16:creationId xmlns:a16="http://schemas.microsoft.com/office/drawing/2014/main" id="{54ECCFAB-B556-4221-929F-ECE32F8E9FD3}"/>
              </a:ext>
            </a:extLst>
          </p:cNvPr>
          <p:cNvSpPr>
            <a:spLocks xmlns:a="http://schemas.openxmlformats.org/drawingml/2006/main" noGrp="1"/>
          </p:cNvSpPr>
          <p:nvPr/>
        </p:nvSpPr>
        <p:spPr>
          <a:xfrm xmlns:a="http://schemas.openxmlformats.org/drawingml/2006/main">
            <a:off x="4305300" y="29718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4203"/>
          </a:bodyPr>
          <a:lstStyle xmlns:a="http://schemas.openxmlformats.org/drawingml/2006/main"/>
          <a:p xmlns:a="http://schemas.openxmlformats.org/drawingml/2006/main">
            <a:pPr algn="ctr">
              <a:defRPr sz="1725" b="1">
                <a:solidFill>
                  <a:srgbClr val="91A9FF"/>
                </a:solidFill>
                <a:latin typeface="Arial"/>
                <a:ea typeface="Arial"/>
                <a:cs typeface="Arial"/>
              </a:defRPr>
            </a:pPr>
            <a:r>
              <a:rPr sz="1725" b="1">
                <a:solidFill>
                  <a:srgbClr val="91A9F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9E3FEFA4-B26C-4138-A5F8-157BE19FC1AB}"/>
              </a:ext>
            </a:extLst>
          </p:cNvPr>
          <p:cNvSpPr>
            <a:spLocks xmlns:a="http://schemas.openxmlformats.org/drawingml/2006/main" noGrp="1"/>
          </p:cNvSpPr>
          <p:nvPr/>
        </p:nvSpPr>
        <p:spPr>
          <a:xfrm xmlns:a="http://schemas.openxmlformats.org/drawingml/2006/main">
            <a:off x="4476750" y="2495550"/>
            <a:ext cx="1571625" cy="1257300"/>
          </a:xfrm>
          <a:prstGeom xmlns:a="http://schemas.openxmlformats.org/drawingml/2006/main" prst="roundRect">
            <a:avLst>
              <a:gd name="adj" fmla="val 9091"/>
            </a:avLst>
          </a:prstGeom>
          <a:solidFill xmlns:a="http://schemas.openxmlformats.org/drawingml/2006/main">
            <a:srgbClr val="21344A"/>
          </a:solidFill>
          <a:ln xmlns:a="http://schemas.openxmlformats.org/drawingml/2006/main" w="9525">
            <a:solidFill>
              <a:srgbClr val="4B6077"/>
            </a:solidFill>
          </a:ln>
        </p:spPr>
      </p:sp>
      <p:sp>
        <p:nvSpPr>
          <p:cNvPr id="24" name="">
            <a:extLst xmlns:a="http://schemas.openxmlformats.org/drawingml/2006/main">
              <a:ext uri="{FF2B5EF4-FFF2-40B4-BE49-F238E27FC236}">
                <a16:creationId xmlns:a16="http://schemas.microsoft.com/office/drawing/2014/main" id="{5C386B5E-5BC9-4ACB-B5C8-0AD951D6074D}"/>
              </a:ext>
            </a:extLst>
          </p:cNvPr>
          <p:cNvSpPr>
            <a:spLocks xmlns:a="http://schemas.openxmlformats.org/drawingml/2006/main" noGrp="1"/>
          </p:cNvSpPr>
          <p:nvPr/>
        </p:nvSpPr>
        <p:spPr>
          <a:xfrm xmlns:a="http://schemas.openxmlformats.org/drawingml/2006/main">
            <a:off x="4562475" y="2590800"/>
            <a:ext cx="266700" cy="266700"/>
          </a:xfrm>
          <a:prstGeom xmlns:a="http://schemas.openxmlformats.org/drawingml/2006/main" prst="roundRect">
            <a:avLst>
              <a:gd name="adj" fmla="val 50000"/>
            </a:avLst>
          </a:prstGeom>
          <a:solidFill xmlns:a="http://schemas.openxmlformats.org/drawingml/2006/main">
            <a:srgbClr val="4E86C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BF30548-F379-44C9-9915-667D7E4762AE}"/>
              </a:ext>
            </a:extLst>
          </p:cNvPr>
          <p:cNvSpPr>
            <a:spLocks xmlns:a="http://schemas.openxmlformats.org/drawingml/2006/main" noGrp="1"/>
          </p:cNvSpPr>
          <p:nvPr/>
        </p:nvSpPr>
        <p:spPr>
          <a:xfrm xmlns:a="http://schemas.openxmlformats.org/drawingml/2006/main">
            <a:off x="4591050"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03</a:t>
            </a:r>
          </a:p>
        </p:txBody>
      </p:sp>
      <p:sp>
        <p:nvSpPr>
          <p:cNvPr id="26" name="">
            <a:extLst xmlns:a="http://schemas.openxmlformats.org/drawingml/2006/main">
              <a:ext uri="{FF2B5EF4-FFF2-40B4-BE49-F238E27FC236}">
                <a16:creationId xmlns:a16="http://schemas.microsoft.com/office/drawing/2014/main" id="{826BEB2E-9F09-4F3D-B52C-1A0174FE4856}"/>
              </a:ext>
            </a:extLst>
          </p:cNvPr>
          <p:cNvSpPr>
            <a:spLocks xmlns:a="http://schemas.openxmlformats.org/drawingml/2006/main" noGrp="1"/>
          </p:cNvSpPr>
          <p:nvPr/>
        </p:nvSpPr>
        <p:spPr>
          <a:xfrm xmlns:a="http://schemas.openxmlformats.org/drawingml/2006/main">
            <a:off x="4629150"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检索上下文</a:t>
            </a:r>
          </a:p>
        </p:txBody>
      </p:sp>
      <p:sp>
        <p:nvSpPr>
          <p:cNvPr id="27" name="">
            <a:extLst xmlns:a="http://schemas.openxmlformats.org/drawingml/2006/main">
              <a:ext uri="{FF2B5EF4-FFF2-40B4-BE49-F238E27FC236}">
                <a16:creationId xmlns:a16="http://schemas.microsoft.com/office/drawing/2014/main" id="{98910128-CC2B-4947-B982-67FE0D6638CB}"/>
              </a:ext>
            </a:extLst>
          </p:cNvPr>
          <p:cNvSpPr>
            <a:spLocks xmlns:a="http://schemas.openxmlformats.org/drawingml/2006/main" noGrp="1"/>
          </p:cNvSpPr>
          <p:nvPr/>
        </p:nvSpPr>
        <p:spPr>
          <a:xfrm xmlns:a="http://schemas.openxmlformats.org/drawingml/2006/main">
            <a:off x="4572000"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代码、文档、知识图</a:t>
            </a:r>
          </a:p>
        </p:txBody>
      </p:sp>
      <p:sp>
        <p:nvSpPr>
          <p:cNvPr id="28" name="">
            <a:extLst xmlns:a="http://schemas.openxmlformats.org/drawingml/2006/main">
              <a:ext uri="{FF2B5EF4-FFF2-40B4-BE49-F238E27FC236}">
                <a16:creationId xmlns:a16="http://schemas.microsoft.com/office/drawing/2014/main" id="{E8279D15-5153-464D-824A-656B2D9B6D54}"/>
              </a:ext>
            </a:extLst>
          </p:cNvPr>
          <p:cNvSpPr>
            <a:spLocks xmlns:a="http://schemas.openxmlformats.org/drawingml/2006/main" noGrp="1"/>
          </p:cNvSpPr>
          <p:nvPr/>
        </p:nvSpPr>
        <p:spPr>
          <a:xfrm xmlns:a="http://schemas.openxmlformats.org/drawingml/2006/main" flipH="0" flipV="0">
            <a:off x="6048375" y="3124200"/>
            <a:ext cx="266700" cy="95"/>
          </a:xfrm>
          <a:prstGeom xmlns:a="http://schemas.openxmlformats.org/drawingml/2006/main" prst="line">
            <a:avLst/>
          </a:prstGeom>
          <a:noFill xmlns:a="http://schemas.openxmlformats.org/drawingml/2006/main"/>
          <a:ln xmlns:a="http://schemas.openxmlformats.org/drawingml/2006/main" w="19050">
            <a:solidFill>
              <a:srgbClr val="91A9FF"/>
            </a:solidFill>
          </a:ln>
        </p:spPr>
      </p:sp>
      <p:sp>
        <p:nvSpPr>
          <p:cNvPr id="29" name="">
            <a:extLst xmlns:a="http://schemas.openxmlformats.org/drawingml/2006/main">
              <a:ext uri="{FF2B5EF4-FFF2-40B4-BE49-F238E27FC236}">
                <a16:creationId xmlns:a16="http://schemas.microsoft.com/office/drawing/2014/main" id="{4AFB84A1-6F39-4847-8439-BA707C784D8A}"/>
              </a:ext>
            </a:extLst>
          </p:cNvPr>
          <p:cNvSpPr>
            <a:spLocks xmlns:a="http://schemas.openxmlformats.org/drawingml/2006/main" noGrp="1"/>
          </p:cNvSpPr>
          <p:nvPr/>
        </p:nvSpPr>
        <p:spPr>
          <a:xfrm xmlns:a="http://schemas.openxmlformats.org/drawingml/2006/main">
            <a:off x="6219825" y="29718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4203"/>
          </a:bodyPr>
          <a:lstStyle xmlns:a="http://schemas.openxmlformats.org/drawingml/2006/main"/>
          <a:p xmlns:a="http://schemas.openxmlformats.org/drawingml/2006/main">
            <a:pPr algn="ctr">
              <a:defRPr sz="1725" b="1">
                <a:solidFill>
                  <a:srgbClr val="91A9FF"/>
                </a:solidFill>
                <a:latin typeface="Arial"/>
                <a:ea typeface="Arial"/>
                <a:cs typeface="Arial"/>
              </a:defRPr>
            </a:pPr>
            <a:r>
              <a:rPr sz="1725" b="1">
                <a:solidFill>
                  <a:srgbClr val="91A9FF"/>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DF294183-95E9-46F0-9D6D-A2B6F113C340}"/>
              </a:ext>
            </a:extLst>
          </p:cNvPr>
          <p:cNvSpPr>
            <a:spLocks xmlns:a="http://schemas.openxmlformats.org/drawingml/2006/main" noGrp="1"/>
          </p:cNvSpPr>
          <p:nvPr/>
        </p:nvSpPr>
        <p:spPr>
          <a:xfrm xmlns:a="http://schemas.openxmlformats.org/drawingml/2006/main">
            <a:off x="6391275" y="2495550"/>
            <a:ext cx="1571625" cy="1257300"/>
          </a:xfrm>
          <a:prstGeom xmlns:a="http://schemas.openxmlformats.org/drawingml/2006/main" prst="roundRect">
            <a:avLst>
              <a:gd name="adj" fmla="val 9091"/>
            </a:avLst>
          </a:prstGeom>
          <a:solidFill xmlns:a="http://schemas.openxmlformats.org/drawingml/2006/main">
            <a:srgbClr val="244C71"/>
          </a:solidFill>
          <a:ln xmlns:a="http://schemas.openxmlformats.org/drawingml/2006/main" w="9525">
            <a:solidFill>
              <a:srgbClr val="7896FF"/>
            </a:solidFill>
          </a:ln>
        </p:spPr>
      </p:sp>
      <p:sp>
        <p:nvSpPr>
          <p:cNvPr id="31" name="">
            <a:extLst xmlns:a="http://schemas.openxmlformats.org/drawingml/2006/main">
              <a:ext uri="{FF2B5EF4-FFF2-40B4-BE49-F238E27FC236}">
                <a16:creationId xmlns:a16="http://schemas.microsoft.com/office/drawing/2014/main" id="{EBF1ED3C-08A0-46E0-9E5C-D27C086E82DC}"/>
              </a:ext>
            </a:extLst>
          </p:cNvPr>
          <p:cNvSpPr>
            <a:spLocks xmlns:a="http://schemas.openxmlformats.org/drawingml/2006/main" noGrp="1"/>
          </p:cNvSpPr>
          <p:nvPr/>
        </p:nvSpPr>
        <p:spPr>
          <a:xfrm xmlns:a="http://schemas.openxmlformats.org/drawingml/2006/main">
            <a:off x="6477000" y="2590800"/>
            <a:ext cx="266700" cy="2667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843D2CE-9E76-409A-A1FB-57F882150349}"/>
              </a:ext>
            </a:extLst>
          </p:cNvPr>
          <p:cNvSpPr>
            <a:spLocks xmlns:a="http://schemas.openxmlformats.org/drawingml/2006/main" noGrp="1"/>
          </p:cNvSpPr>
          <p:nvPr/>
        </p:nvSpPr>
        <p:spPr>
          <a:xfrm xmlns:a="http://schemas.openxmlformats.org/drawingml/2006/main">
            <a:off x="6505575"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D8530921-6A32-4483-96BC-57E370DB6189}"/>
              </a:ext>
            </a:extLst>
          </p:cNvPr>
          <p:cNvSpPr>
            <a:spLocks xmlns:a="http://schemas.openxmlformats.org/drawingml/2006/main" noGrp="1"/>
          </p:cNvSpPr>
          <p:nvPr/>
        </p:nvSpPr>
        <p:spPr>
          <a:xfrm xmlns:a="http://schemas.openxmlformats.org/drawingml/2006/main">
            <a:off x="6543675"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执行与迭代</a:t>
            </a:r>
          </a:p>
        </p:txBody>
      </p:sp>
      <p:sp>
        <p:nvSpPr>
          <p:cNvPr id="34" name="">
            <a:extLst xmlns:a="http://schemas.openxmlformats.org/drawingml/2006/main">
              <a:ext uri="{FF2B5EF4-FFF2-40B4-BE49-F238E27FC236}">
                <a16:creationId xmlns:a16="http://schemas.microsoft.com/office/drawing/2014/main" id="{A6748C46-4243-44B7-B2BB-19D2BCCFEAD9}"/>
              </a:ext>
            </a:extLst>
          </p:cNvPr>
          <p:cNvSpPr>
            <a:spLocks xmlns:a="http://schemas.openxmlformats.org/drawingml/2006/main" noGrp="1"/>
          </p:cNvSpPr>
          <p:nvPr/>
        </p:nvSpPr>
        <p:spPr>
          <a:xfrm xmlns:a="http://schemas.openxmlformats.org/drawingml/2006/main">
            <a:off x="6486525"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改代码、用工具、读结果</a:t>
            </a:r>
          </a:p>
        </p:txBody>
      </p:sp>
      <p:sp>
        <p:nvSpPr>
          <p:cNvPr id="35" name="">
            <a:extLst xmlns:a="http://schemas.openxmlformats.org/drawingml/2006/main">
              <a:ext uri="{FF2B5EF4-FFF2-40B4-BE49-F238E27FC236}">
                <a16:creationId xmlns:a16="http://schemas.microsoft.com/office/drawing/2014/main" id="{64A99D37-AA9D-4690-B5E4-AFD3303C6D67}"/>
              </a:ext>
            </a:extLst>
          </p:cNvPr>
          <p:cNvSpPr>
            <a:spLocks xmlns:a="http://schemas.openxmlformats.org/drawingml/2006/main" noGrp="1"/>
          </p:cNvSpPr>
          <p:nvPr/>
        </p:nvSpPr>
        <p:spPr>
          <a:xfrm xmlns:a="http://schemas.openxmlformats.org/drawingml/2006/main" flipH="0" flipV="0">
            <a:off x="7962900" y="3124200"/>
            <a:ext cx="266700" cy="95"/>
          </a:xfrm>
          <a:prstGeom xmlns:a="http://schemas.openxmlformats.org/drawingml/2006/main" prst="line">
            <a:avLst/>
          </a:prstGeom>
          <a:noFill xmlns:a="http://schemas.openxmlformats.org/drawingml/2006/main"/>
          <a:ln xmlns:a="http://schemas.openxmlformats.org/drawingml/2006/main" w="19050">
            <a:solidFill>
              <a:srgbClr val="91A9FF"/>
            </a:solidFill>
          </a:ln>
        </p:spPr>
      </p:sp>
      <p:sp>
        <p:nvSpPr>
          <p:cNvPr id="36" name="">
            <a:extLst xmlns:a="http://schemas.openxmlformats.org/drawingml/2006/main">
              <a:ext uri="{FF2B5EF4-FFF2-40B4-BE49-F238E27FC236}">
                <a16:creationId xmlns:a16="http://schemas.microsoft.com/office/drawing/2014/main" id="{4459FFCF-1C10-4FE2-9CA7-7F4EA38CF2CD}"/>
              </a:ext>
            </a:extLst>
          </p:cNvPr>
          <p:cNvSpPr>
            <a:spLocks xmlns:a="http://schemas.openxmlformats.org/drawingml/2006/main" noGrp="1"/>
          </p:cNvSpPr>
          <p:nvPr/>
        </p:nvSpPr>
        <p:spPr>
          <a:xfrm xmlns:a="http://schemas.openxmlformats.org/drawingml/2006/main">
            <a:off x="8134350" y="29718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4203"/>
          </a:bodyPr>
          <a:lstStyle xmlns:a="http://schemas.openxmlformats.org/drawingml/2006/main"/>
          <a:p xmlns:a="http://schemas.openxmlformats.org/drawingml/2006/main">
            <a:pPr algn="ctr">
              <a:defRPr sz="1725" b="1">
                <a:solidFill>
                  <a:srgbClr val="91A9FF"/>
                </a:solidFill>
                <a:latin typeface="Arial"/>
                <a:ea typeface="Arial"/>
                <a:cs typeface="Arial"/>
              </a:defRPr>
            </a:pPr>
            <a:r>
              <a:rPr sz="1725" b="1">
                <a:solidFill>
                  <a:srgbClr val="91A9FF"/>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45B7A29F-B29B-481A-87F7-8C79DDC6585A}"/>
              </a:ext>
            </a:extLst>
          </p:cNvPr>
          <p:cNvSpPr>
            <a:spLocks xmlns:a="http://schemas.openxmlformats.org/drawingml/2006/main" noGrp="1"/>
          </p:cNvSpPr>
          <p:nvPr/>
        </p:nvSpPr>
        <p:spPr>
          <a:xfrm xmlns:a="http://schemas.openxmlformats.org/drawingml/2006/main">
            <a:off x="8305800" y="2495550"/>
            <a:ext cx="1571625" cy="1257300"/>
          </a:xfrm>
          <a:prstGeom xmlns:a="http://schemas.openxmlformats.org/drawingml/2006/main" prst="roundRect">
            <a:avLst>
              <a:gd name="adj" fmla="val 9091"/>
            </a:avLst>
          </a:prstGeom>
          <a:solidFill xmlns:a="http://schemas.openxmlformats.org/drawingml/2006/main">
            <a:srgbClr val="21344A"/>
          </a:solidFill>
          <a:ln xmlns:a="http://schemas.openxmlformats.org/drawingml/2006/main" w="9525">
            <a:solidFill>
              <a:srgbClr val="4B6077"/>
            </a:solidFill>
          </a:ln>
        </p:spPr>
      </p:sp>
      <p:sp>
        <p:nvSpPr>
          <p:cNvPr id="38" name="">
            <a:extLst xmlns:a="http://schemas.openxmlformats.org/drawingml/2006/main">
              <a:ext uri="{FF2B5EF4-FFF2-40B4-BE49-F238E27FC236}">
                <a16:creationId xmlns:a16="http://schemas.microsoft.com/office/drawing/2014/main" id="{EEEE4439-8544-4034-A51A-BA9CC73E5B34}"/>
              </a:ext>
            </a:extLst>
          </p:cNvPr>
          <p:cNvSpPr>
            <a:spLocks xmlns:a="http://schemas.openxmlformats.org/drawingml/2006/main" noGrp="1"/>
          </p:cNvSpPr>
          <p:nvPr/>
        </p:nvSpPr>
        <p:spPr>
          <a:xfrm xmlns:a="http://schemas.openxmlformats.org/drawingml/2006/main">
            <a:off x="8391525" y="2590800"/>
            <a:ext cx="266700" cy="266700"/>
          </a:xfrm>
          <a:prstGeom xmlns:a="http://schemas.openxmlformats.org/drawingml/2006/main" prst="roundRect">
            <a:avLst>
              <a:gd name="adj" fmla="val 50000"/>
            </a:avLst>
          </a:prstGeom>
          <a:solidFill xmlns:a="http://schemas.openxmlformats.org/drawingml/2006/main">
            <a:srgbClr val="D47A4E"/>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211BAF2D-119F-4ED0-92EE-6811D3FD7019}"/>
              </a:ext>
            </a:extLst>
          </p:cNvPr>
          <p:cNvSpPr>
            <a:spLocks xmlns:a="http://schemas.openxmlformats.org/drawingml/2006/main" noGrp="1"/>
          </p:cNvSpPr>
          <p:nvPr/>
        </p:nvSpPr>
        <p:spPr>
          <a:xfrm xmlns:a="http://schemas.openxmlformats.org/drawingml/2006/main">
            <a:off x="8420100"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05</a:t>
            </a:r>
          </a:p>
        </p:txBody>
      </p:sp>
      <p:sp>
        <p:nvSpPr>
          <p:cNvPr id="40" name="">
            <a:extLst xmlns:a="http://schemas.openxmlformats.org/drawingml/2006/main">
              <a:ext uri="{FF2B5EF4-FFF2-40B4-BE49-F238E27FC236}">
                <a16:creationId xmlns:a16="http://schemas.microsoft.com/office/drawing/2014/main" id="{A6D8881C-C061-4808-A6D0-CDB69B35C0CE}"/>
              </a:ext>
            </a:extLst>
          </p:cNvPr>
          <p:cNvSpPr>
            <a:spLocks xmlns:a="http://schemas.openxmlformats.org/drawingml/2006/main" noGrp="1"/>
          </p:cNvSpPr>
          <p:nvPr/>
        </p:nvSpPr>
        <p:spPr>
          <a:xfrm xmlns:a="http://schemas.openxmlformats.org/drawingml/2006/main">
            <a:off x="8458200"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验证与人审</a:t>
            </a:r>
          </a:p>
        </p:txBody>
      </p:sp>
      <p:sp>
        <p:nvSpPr>
          <p:cNvPr id="41" name="">
            <a:extLst xmlns:a="http://schemas.openxmlformats.org/drawingml/2006/main">
              <a:ext uri="{FF2B5EF4-FFF2-40B4-BE49-F238E27FC236}">
                <a16:creationId xmlns:a16="http://schemas.microsoft.com/office/drawing/2014/main" id="{E33F210F-98B3-4428-9C76-20FC51CD1F21}"/>
              </a:ext>
            </a:extLst>
          </p:cNvPr>
          <p:cNvSpPr>
            <a:spLocks xmlns:a="http://schemas.openxmlformats.org/drawingml/2006/main" noGrp="1"/>
          </p:cNvSpPr>
          <p:nvPr/>
        </p:nvSpPr>
        <p:spPr>
          <a:xfrm xmlns:a="http://schemas.openxmlformats.org/drawingml/2006/main">
            <a:off x="8401050"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测试、评审、必要时返工</a:t>
            </a:r>
          </a:p>
        </p:txBody>
      </p:sp>
      <p:sp>
        <p:nvSpPr>
          <p:cNvPr id="42" name="">
            <a:extLst xmlns:a="http://schemas.openxmlformats.org/drawingml/2006/main">
              <a:ext uri="{FF2B5EF4-FFF2-40B4-BE49-F238E27FC236}">
                <a16:creationId xmlns:a16="http://schemas.microsoft.com/office/drawing/2014/main" id="{582C7845-1CA7-4DB0-A589-2074D5ACF50E}"/>
              </a:ext>
            </a:extLst>
          </p:cNvPr>
          <p:cNvSpPr>
            <a:spLocks xmlns:a="http://schemas.openxmlformats.org/drawingml/2006/main" noGrp="1"/>
          </p:cNvSpPr>
          <p:nvPr/>
        </p:nvSpPr>
        <p:spPr>
          <a:xfrm xmlns:a="http://schemas.openxmlformats.org/drawingml/2006/main" flipH="0" flipV="0">
            <a:off x="9877425" y="3124200"/>
            <a:ext cx="266700" cy="95"/>
          </a:xfrm>
          <a:prstGeom xmlns:a="http://schemas.openxmlformats.org/drawingml/2006/main" prst="line">
            <a:avLst/>
          </a:prstGeom>
          <a:noFill xmlns:a="http://schemas.openxmlformats.org/drawingml/2006/main"/>
          <a:ln xmlns:a="http://schemas.openxmlformats.org/drawingml/2006/main" w="19050">
            <a:solidFill>
              <a:srgbClr val="91A9FF"/>
            </a:solidFill>
          </a:ln>
        </p:spPr>
      </p:sp>
      <p:sp>
        <p:nvSpPr>
          <p:cNvPr id="43" name="">
            <a:extLst xmlns:a="http://schemas.openxmlformats.org/drawingml/2006/main">
              <a:ext uri="{FF2B5EF4-FFF2-40B4-BE49-F238E27FC236}">
                <a16:creationId xmlns:a16="http://schemas.microsoft.com/office/drawing/2014/main" id="{C6159858-0DE4-4D72-98BD-A0E587D0D4AE}"/>
              </a:ext>
            </a:extLst>
          </p:cNvPr>
          <p:cNvSpPr>
            <a:spLocks xmlns:a="http://schemas.openxmlformats.org/drawingml/2006/main" noGrp="1"/>
          </p:cNvSpPr>
          <p:nvPr/>
        </p:nvSpPr>
        <p:spPr>
          <a:xfrm xmlns:a="http://schemas.openxmlformats.org/drawingml/2006/main">
            <a:off x="10048875" y="2971800"/>
            <a:ext cx="171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4203"/>
          </a:bodyPr>
          <a:lstStyle xmlns:a="http://schemas.openxmlformats.org/drawingml/2006/main"/>
          <a:p xmlns:a="http://schemas.openxmlformats.org/drawingml/2006/main">
            <a:pPr algn="ctr">
              <a:defRPr sz="1725" b="1">
                <a:solidFill>
                  <a:srgbClr val="91A9FF"/>
                </a:solidFill>
                <a:latin typeface="Arial"/>
                <a:ea typeface="Arial"/>
                <a:cs typeface="Arial"/>
              </a:defRPr>
            </a:pPr>
            <a:r>
              <a:rPr sz="1725" b="1">
                <a:solidFill>
                  <a:srgbClr val="91A9FF"/>
                </a:solidFill>
                <a:latin typeface="Arial"/>
                <a:ea typeface="Arial"/>
                <a:cs typeface="Arial"/>
              </a:rPr>
              <a:t>›</a:t>
            </a:r>
          </a:p>
        </p:txBody>
      </p:sp>
      <p:sp>
        <p:nvSpPr>
          <p:cNvPr id="44" name="">
            <a:extLst xmlns:a="http://schemas.openxmlformats.org/drawingml/2006/main">
              <a:ext uri="{FF2B5EF4-FFF2-40B4-BE49-F238E27FC236}">
                <a16:creationId xmlns:a16="http://schemas.microsoft.com/office/drawing/2014/main" id="{A0591E1C-AD5E-4D36-80EA-705029A80D1D}"/>
              </a:ext>
            </a:extLst>
          </p:cNvPr>
          <p:cNvSpPr>
            <a:spLocks xmlns:a="http://schemas.openxmlformats.org/drawingml/2006/main" noGrp="1"/>
          </p:cNvSpPr>
          <p:nvPr/>
        </p:nvSpPr>
        <p:spPr>
          <a:xfrm xmlns:a="http://schemas.openxmlformats.org/drawingml/2006/main">
            <a:off x="10220325" y="2495550"/>
            <a:ext cx="1571625" cy="1257300"/>
          </a:xfrm>
          <a:prstGeom xmlns:a="http://schemas.openxmlformats.org/drawingml/2006/main" prst="roundRect">
            <a:avLst>
              <a:gd name="adj" fmla="val 9091"/>
            </a:avLst>
          </a:prstGeom>
          <a:solidFill xmlns:a="http://schemas.openxmlformats.org/drawingml/2006/main">
            <a:srgbClr val="21344A"/>
          </a:solidFill>
          <a:ln xmlns:a="http://schemas.openxmlformats.org/drawingml/2006/main" w="9525">
            <a:solidFill>
              <a:srgbClr val="4B6077"/>
            </a:solidFill>
          </a:ln>
        </p:spPr>
      </p:sp>
      <p:sp>
        <p:nvSpPr>
          <p:cNvPr id="45" name="">
            <a:extLst xmlns:a="http://schemas.openxmlformats.org/drawingml/2006/main">
              <a:ext uri="{FF2B5EF4-FFF2-40B4-BE49-F238E27FC236}">
                <a16:creationId xmlns:a16="http://schemas.microsoft.com/office/drawing/2014/main" id="{553091BE-6467-4A45-A4BF-04FD81EFBC46}"/>
              </a:ext>
            </a:extLst>
          </p:cNvPr>
          <p:cNvSpPr>
            <a:spLocks xmlns:a="http://schemas.openxmlformats.org/drawingml/2006/main" noGrp="1"/>
          </p:cNvSpPr>
          <p:nvPr/>
        </p:nvSpPr>
        <p:spPr>
          <a:xfrm xmlns:a="http://schemas.openxmlformats.org/drawingml/2006/main">
            <a:off x="10306050" y="2590800"/>
            <a:ext cx="266700" cy="266700"/>
          </a:xfrm>
          <a:prstGeom xmlns:a="http://schemas.openxmlformats.org/drawingml/2006/main" prst="roundRect">
            <a:avLst>
              <a:gd name="adj" fmla="val 50000"/>
            </a:avLst>
          </a:prstGeom>
          <a:solidFill xmlns:a="http://schemas.openxmlformats.org/drawingml/2006/main">
            <a:srgbClr val="20856D"/>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7CCD7D6-6F15-4B9A-9B6B-4FF10C1C0B13}"/>
              </a:ext>
            </a:extLst>
          </p:cNvPr>
          <p:cNvSpPr>
            <a:spLocks xmlns:a="http://schemas.openxmlformats.org/drawingml/2006/main" noGrp="1"/>
          </p:cNvSpPr>
          <p:nvPr/>
        </p:nvSpPr>
        <p:spPr>
          <a:xfrm xmlns:a="http://schemas.openxmlformats.org/drawingml/2006/main">
            <a:off x="10334625" y="2600325"/>
            <a:ext cx="209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FFFFFF"/>
                </a:solidFill>
                <a:latin typeface="Arial"/>
                <a:ea typeface="Arial"/>
                <a:cs typeface="Arial"/>
              </a:defRPr>
            </a:pPr>
            <a:r>
              <a:rPr sz="900" b="1">
                <a:solidFill>
                  <a:srgbClr val="FFFFFF"/>
                </a:solidFill>
                <a:latin typeface="Arial"/>
                <a:ea typeface="Arial"/>
                <a:cs typeface="Arial"/>
              </a:rPr>
              <a:t>06</a:t>
            </a:r>
          </a:p>
        </p:txBody>
      </p:sp>
      <p:sp>
        <p:nvSpPr>
          <p:cNvPr id="47" name="">
            <a:extLst xmlns:a="http://schemas.openxmlformats.org/drawingml/2006/main">
              <a:ext uri="{FF2B5EF4-FFF2-40B4-BE49-F238E27FC236}">
                <a16:creationId xmlns:a16="http://schemas.microsoft.com/office/drawing/2014/main" id="{EE9E2E4C-2381-4ACC-855E-6CACBF0D1A9A}"/>
              </a:ext>
            </a:extLst>
          </p:cNvPr>
          <p:cNvSpPr>
            <a:spLocks xmlns:a="http://schemas.openxmlformats.org/drawingml/2006/main" noGrp="1"/>
          </p:cNvSpPr>
          <p:nvPr/>
        </p:nvSpPr>
        <p:spPr>
          <a:xfrm xmlns:a="http://schemas.openxmlformats.org/drawingml/2006/main">
            <a:off x="10372725" y="2895600"/>
            <a:ext cx="12668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交付与沉淀</a:t>
            </a:r>
          </a:p>
        </p:txBody>
      </p:sp>
      <p:sp>
        <p:nvSpPr>
          <p:cNvPr id="48" name="">
            <a:extLst xmlns:a="http://schemas.openxmlformats.org/drawingml/2006/main">
              <a:ext uri="{FF2B5EF4-FFF2-40B4-BE49-F238E27FC236}">
                <a16:creationId xmlns:a16="http://schemas.microsoft.com/office/drawing/2014/main" id="{F15C4D28-A8E9-497E-8F07-2FA4AA9D7920}"/>
              </a:ext>
            </a:extLst>
          </p:cNvPr>
          <p:cNvSpPr>
            <a:spLocks xmlns:a="http://schemas.openxmlformats.org/drawingml/2006/main" noGrp="1"/>
          </p:cNvSpPr>
          <p:nvPr/>
        </p:nvSpPr>
        <p:spPr>
          <a:xfrm xmlns:a="http://schemas.openxmlformats.org/drawingml/2006/main">
            <a:off x="10315575" y="33242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C8D3DF"/>
                </a:solidFill>
                <a:latin typeface="Arial"/>
                <a:ea typeface="Arial"/>
                <a:cs typeface="Arial"/>
              </a:defRPr>
            </a:pPr>
            <a:r>
              <a:rPr sz="900" b="0">
                <a:solidFill>
                  <a:srgbClr val="C8D3DF"/>
                </a:solidFill>
                <a:latin typeface="Arial"/>
                <a:ea typeface="Arial"/>
                <a:cs typeface="Arial"/>
              </a:rPr>
              <a:t>可验收变更、可复用经验</a:t>
            </a:r>
          </a:p>
        </p:txBody>
      </p:sp>
      <p:sp>
        <p:nvSpPr>
          <p:cNvPr id="49" name="">
            <a:extLst xmlns:a="http://schemas.openxmlformats.org/drawingml/2006/main">
              <a:ext uri="{FF2B5EF4-FFF2-40B4-BE49-F238E27FC236}">
                <a16:creationId xmlns:a16="http://schemas.microsoft.com/office/drawing/2014/main" id="{D2CD65BD-FAFD-4399-9BDF-6759D7FFC552}"/>
              </a:ext>
            </a:extLst>
          </p:cNvPr>
          <p:cNvSpPr>
            <a:spLocks xmlns:a="http://schemas.openxmlformats.org/drawingml/2006/main" noGrp="1"/>
          </p:cNvSpPr>
          <p:nvPr/>
        </p:nvSpPr>
        <p:spPr>
          <a:xfrm xmlns:a="http://schemas.openxmlformats.org/drawingml/2006/main">
            <a:off x="666750" y="209550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9DB1FF"/>
                </a:solidFill>
                <a:latin typeface="Arial"/>
                <a:ea typeface="Arial"/>
                <a:cs typeface="Arial"/>
              </a:defRPr>
            </a:pPr>
            <a:r>
              <a:rPr sz="975" b="1">
                <a:solidFill>
                  <a:srgbClr val="9DB1FF"/>
                </a:solidFill>
                <a:latin typeface="Arial"/>
                <a:ea typeface="Arial"/>
                <a:cs typeface="Arial"/>
              </a:rPr>
              <a:t>业务价值主路径</a:t>
            </a:r>
          </a:p>
        </p:txBody>
      </p:sp>
      <p:sp>
        <p:nvSpPr>
          <p:cNvPr id="50" name="">
            <a:extLst xmlns:a="http://schemas.openxmlformats.org/drawingml/2006/main">
              <a:ext uri="{FF2B5EF4-FFF2-40B4-BE49-F238E27FC236}">
                <a16:creationId xmlns:a16="http://schemas.microsoft.com/office/drawing/2014/main" id="{31C3AFAE-BF92-4B82-9EE8-C748BA9B1FD2}"/>
              </a:ext>
            </a:extLst>
          </p:cNvPr>
          <p:cNvSpPr>
            <a:spLocks xmlns:a="http://schemas.openxmlformats.org/drawingml/2006/main" noGrp="1"/>
          </p:cNvSpPr>
          <p:nvPr/>
        </p:nvSpPr>
        <p:spPr>
          <a:xfrm xmlns:a="http://schemas.openxmlformats.org/drawingml/2006/main">
            <a:off x="2809875" y="4124325"/>
            <a:ext cx="6572250" cy="400050"/>
          </a:xfrm>
          <a:prstGeom xmlns:a="http://schemas.openxmlformats.org/drawingml/2006/main" prst="roundRect">
            <a:avLst>
              <a:gd name="adj" fmla="val 19048"/>
            </a:avLst>
          </a:prstGeom>
          <a:solidFill xmlns:a="http://schemas.openxmlformats.org/drawingml/2006/main">
            <a:srgbClr val="1D3047"/>
          </a:solidFill>
          <a:ln xmlns:a="http://schemas.openxmlformats.org/drawingml/2006/main" w="9525">
            <a:solidFill>
              <a:srgbClr val="3F5570"/>
            </a:solidFill>
          </a:ln>
        </p:spPr>
      </p:sp>
      <p:sp>
        <p:nvSpPr>
          <p:cNvPr id="51" name="">
            <a:extLst xmlns:a="http://schemas.openxmlformats.org/drawingml/2006/main">
              <a:ext uri="{FF2B5EF4-FFF2-40B4-BE49-F238E27FC236}">
                <a16:creationId xmlns:a16="http://schemas.microsoft.com/office/drawing/2014/main" id="{DCE7E706-7E78-4DC2-A71B-3F273346A9B5}"/>
              </a:ext>
            </a:extLst>
          </p:cNvPr>
          <p:cNvSpPr>
            <a:spLocks xmlns:a="http://schemas.openxmlformats.org/drawingml/2006/main" noGrp="1"/>
          </p:cNvSpPr>
          <p:nvPr/>
        </p:nvSpPr>
        <p:spPr>
          <a:xfrm xmlns:a="http://schemas.openxmlformats.org/drawingml/2006/main">
            <a:off x="2962275" y="4181475"/>
            <a:ext cx="628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D4DDEA"/>
                </a:solidFill>
                <a:latin typeface="Arial"/>
                <a:ea typeface="Arial"/>
                <a:cs typeface="Arial"/>
              </a:defRPr>
            </a:pPr>
            <a:r>
              <a:rPr sz="975" b="1">
                <a:solidFill>
                  <a:srgbClr val="D4DDEA"/>
                </a:solidFill>
                <a:latin typeface="Arial"/>
                <a:ea typeface="Arial"/>
                <a:cs typeface="Arial"/>
              </a:rPr>
              <a:t>执行反馈：Acting → AwaitingResult → 结果返回 → 再规划 / 再执行</a:t>
            </a:r>
          </a:p>
        </p:txBody>
      </p:sp>
      <p:sp>
        <p:nvSpPr>
          <p:cNvPr id="52" name="">
            <a:extLst xmlns:a="http://schemas.openxmlformats.org/drawingml/2006/main">
              <a:ext uri="{FF2B5EF4-FFF2-40B4-BE49-F238E27FC236}">
                <a16:creationId xmlns:a16="http://schemas.microsoft.com/office/drawing/2014/main" id="{576EBC0A-0007-4847-BF08-7B9014CAD7D0}"/>
              </a:ext>
            </a:extLst>
          </p:cNvPr>
          <p:cNvSpPr>
            <a:spLocks xmlns:a="http://schemas.openxmlformats.org/drawingml/2006/main" noGrp="1"/>
          </p:cNvSpPr>
          <p:nvPr/>
        </p:nvSpPr>
        <p:spPr>
          <a:xfrm xmlns:a="http://schemas.openxmlformats.org/drawingml/2006/main">
            <a:off x="762000" y="4867275"/>
            <a:ext cx="3238500" cy="657225"/>
          </a:xfrm>
          <a:prstGeom xmlns:a="http://schemas.openxmlformats.org/drawingml/2006/main" prst="roundRect">
            <a:avLst>
              <a:gd name="adj" fmla="val 13043"/>
            </a:avLst>
          </a:prstGeom>
          <a:solidFill xmlns:a="http://schemas.openxmlformats.org/drawingml/2006/main">
            <a:srgbClr val="1E3046"/>
          </a:solidFill>
          <a:ln xmlns:a="http://schemas.openxmlformats.org/drawingml/2006/main" w="9525">
            <a:solidFill>
              <a:srgbClr val="3F5570"/>
            </a:solidFill>
          </a:ln>
        </p:spPr>
      </p:sp>
      <p:sp>
        <p:nvSpPr>
          <p:cNvPr id="53" name="">
            <a:extLst xmlns:a="http://schemas.openxmlformats.org/drawingml/2006/main">
              <a:ext uri="{FF2B5EF4-FFF2-40B4-BE49-F238E27FC236}">
                <a16:creationId xmlns:a16="http://schemas.microsoft.com/office/drawing/2014/main" id="{130C9F70-980E-4A2E-8C21-8126648357F8}"/>
              </a:ext>
            </a:extLst>
          </p:cNvPr>
          <p:cNvSpPr>
            <a:spLocks xmlns:a="http://schemas.openxmlformats.org/drawingml/2006/main" noGrp="1"/>
          </p:cNvSpPr>
          <p:nvPr/>
        </p:nvSpPr>
        <p:spPr>
          <a:xfrm xmlns:a="http://schemas.openxmlformats.org/drawingml/2006/main">
            <a:off x="914400" y="5048250"/>
            <a:ext cx="95250" cy="95250"/>
          </a:xfrm>
          <a:prstGeom xmlns:a="http://schemas.openxmlformats.org/drawingml/2006/main" prst="roundRect">
            <a:avLst>
              <a:gd name="adj" fmla="val 50000"/>
            </a:avLst>
          </a:prstGeom>
          <a:solidFill xmlns:a="http://schemas.openxmlformats.org/drawingml/2006/main">
            <a:srgbClr val="C65D32"/>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33FE708E-F047-48F9-9656-FC798F27E9FC}"/>
              </a:ext>
            </a:extLst>
          </p:cNvPr>
          <p:cNvSpPr>
            <a:spLocks xmlns:a="http://schemas.openxmlformats.org/drawingml/2006/main" noGrp="1"/>
          </p:cNvSpPr>
          <p:nvPr/>
        </p:nvSpPr>
        <p:spPr>
          <a:xfrm xmlns:a="http://schemas.openxmlformats.org/drawingml/2006/main">
            <a:off x="1114425" y="4943475"/>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人类校准</a:t>
            </a:r>
          </a:p>
        </p:txBody>
      </p:sp>
      <p:sp>
        <p:nvSpPr>
          <p:cNvPr id="55" name="">
            <a:extLst xmlns:a="http://schemas.openxmlformats.org/drawingml/2006/main">
              <a:ext uri="{FF2B5EF4-FFF2-40B4-BE49-F238E27FC236}">
                <a16:creationId xmlns:a16="http://schemas.microsoft.com/office/drawing/2014/main" id="{9BF0539E-832E-45F0-8D46-DCF19307EA21}"/>
              </a:ext>
            </a:extLst>
          </p:cNvPr>
          <p:cNvSpPr>
            <a:spLocks xmlns:a="http://schemas.openxmlformats.org/drawingml/2006/main" noGrp="1"/>
          </p:cNvSpPr>
          <p:nvPr/>
        </p:nvSpPr>
        <p:spPr>
          <a:xfrm xmlns:a="http://schemas.openxmlformats.org/drawingml/2006/main">
            <a:off x="1114425" y="5172075"/>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C8D3DF"/>
                </a:solidFill>
                <a:latin typeface="Arial"/>
                <a:ea typeface="Arial"/>
                <a:cs typeface="Arial"/>
              </a:defRPr>
            </a:pPr>
            <a:r>
              <a:rPr sz="900" b="0">
                <a:solidFill>
                  <a:srgbClr val="C8D3DF"/>
                </a:solidFill>
                <a:latin typeface="Arial"/>
                <a:ea typeface="Arial"/>
                <a:cs typeface="Arial"/>
              </a:rPr>
              <a:t>补充信息 / 评审 / 批准</a:t>
            </a:r>
          </a:p>
        </p:txBody>
      </p:sp>
      <p:sp>
        <p:nvSpPr>
          <p:cNvPr id="56" name="">
            <a:extLst xmlns:a="http://schemas.openxmlformats.org/drawingml/2006/main">
              <a:ext uri="{FF2B5EF4-FFF2-40B4-BE49-F238E27FC236}">
                <a16:creationId xmlns:a16="http://schemas.microsoft.com/office/drawing/2014/main" id="{2BDC98E2-4CB5-4633-B36E-E1B1117CBABA}"/>
              </a:ext>
            </a:extLst>
          </p:cNvPr>
          <p:cNvSpPr>
            <a:spLocks xmlns:a="http://schemas.openxmlformats.org/drawingml/2006/main" noGrp="1"/>
          </p:cNvSpPr>
          <p:nvPr/>
        </p:nvSpPr>
        <p:spPr>
          <a:xfrm xmlns:a="http://schemas.openxmlformats.org/drawingml/2006/main">
            <a:off x="4314825" y="4867275"/>
            <a:ext cx="3238500" cy="657225"/>
          </a:xfrm>
          <a:prstGeom xmlns:a="http://schemas.openxmlformats.org/drawingml/2006/main" prst="roundRect">
            <a:avLst>
              <a:gd name="adj" fmla="val 13043"/>
            </a:avLst>
          </a:prstGeom>
          <a:solidFill xmlns:a="http://schemas.openxmlformats.org/drawingml/2006/main">
            <a:srgbClr val="1E3046"/>
          </a:solidFill>
          <a:ln xmlns:a="http://schemas.openxmlformats.org/drawingml/2006/main" w="9525">
            <a:solidFill>
              <a:srgbClr val="3F5570"/>
            </a:solidFill>
          </a:ln>
        </p:spPr>
      </p:sp>
      <p:sp>
        <p:nvSpPr>
          <p:cNvPr id="57" name="">
            <a:extLst xmlns:a="http://schemas.openxmlformats.org/drawingml/2006/main">
              <a:ext uri="{FF2B5EF4-FFF2-40B4-BE49-F238E27FC236}">
                <a16:creationId xmlns:a16="http://schemas.microsoft.com/office/drawing/2014/main" id="{1BDA8484-4D46-43F3-B0B1-1B17CCC70F34}"/>
              </a:ext>
            </a:extLst>
          </p:cNvPr>
          <p:cNvSpPr>
            <a:spLocks xmlns:a="http://schemas.openxmlformats.org/drawingml/2006/main" noGrp="1"/>
          </p:cNvSpPr>
          <p:nvPr/>
        </p:nvSpPr>
        <p:spPr>
          <a:xfrm xmlns:a="http://schemas.openxmlformats.org/drawingml/2006/main">
            <a:off x="4467225" y="5048250"/>
            <a:ext cx="95250" cy="95250"/>
          </a:xfrm>
          <a:prstGeom xmlns:a="http://schemas.openxmlformats.org/drawingml/2006/main" prst="roundRect">
            <a:avLst>
              <a:gd name="adj" fmla="val 50000"/>
            </a:avLst>
          </a:prstGeom>
          <a:solidFill xmlns:a="http://schemas.openxmlformats.org/drawingml/2006/main">
            <a:srgbClr val="91A9FF"/>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4D40C67B-8204-41B0-B91E-2537429853B2}"/>
              </a:ext>
            </a:extLst>
          </p:cNvPr>
          <p:cNvSpPr>
            <a:spLocks xmlns:a="http://schemas.openxmlformats.org/drawingml/2006/main" noGrp="1"/>
          </p:cNvSpPr>
          <p:nvPr/>
        </p:nvSpPr>
        <p:spPr>
          <a:xfrm xmlns:a="http://schemas.openxmlformats.org/drawingml/2006/main">
            <a:off x="4667250" y="4943475"/>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异步并行</a:t>
            </a:r>
          </a:p>
        </p:txBody>
      </p:sp>
      <p:sp>
        <p:nvSpPr>
          <p:cNvPr id="59" name="">
            <a:extLst xmlns:a="http://schemas.openxmlformats.org/drawingml/2006/main">
              <a:ext uri="{FF2B5EF4-FFF2-40B4-BE49-F238E27FC236}">
                <a16:creationId xmlns:a16="http://schemas.microsoft.com/office/drawing/2014/main" id="{EA2C8CF1-73B3-483B-B8D7-F332646A24B0}"/>
              </a:ext>
            </a:extLst>
          </p:cNvPr>
          <p:cNvSpPr>
            <a:spLocks xmlns:a="http://schemas.openxmlformats.org/drawingml/2006/main" noGrp="1"/>
          </p:cNvSpPr>
          <p:nvPr/>
        </p:nvSpPr>
        <p:spPr>
          <a:xfrm xmlns:a="http://schemas.openxmlformats.org/drawingml/2006/main">
            <a:off x="4667250" y="5172075"/>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C8D3DF"/>
                </a:solidFill>
                <a:latin typeface="Arial"/>
                <a:ea typeface="Arial"/>
                <a:cs typeface="Arial"/>
              </a:defRPr>
            </a:pPr>
            <a:r>
              <a:rPr sz="900" b="0">
                <a:solidFill>
                  <a:srgbClr val="C8D3DF"/>
                </a:solidFill>
                <a:latin typeface="Arial"/>
                <a:ea typeface="Arial"/>
                <a:cs typeface="Arial"/>
              </a:rPr>
              <a:t>后台任务不阻塞主回合</a:t>
            </a:r>
          </a:p>
        </p:txBody>
      </p:sp>
      <p:sp>
        <p:nvSpPr>
          <p:cNvPr id="60" name="">
            <a:extLst xmlns:a="http://schemas.openxmlformats.org/drawingml/2006/main">
              <a:ext uri="{FF2B5EF4-FFF2-40B4-BE49-F238E27FC236}">
                <a16:creationId xmlns:a16="http://schemas.microsoft.com/office/drawing/2014/main" id="{B72A7220-65FE-4DEA-920A-334DCCB01FAC}"/>
              </a:ext>
            </a:extLst>
          </p:cNvPr>
          <p:cNvSpPr>
            <a:spLocks xmlns:a="http://schemas.openxmlformats.org/drawingml/2006/main" noGrp="1"/>
          </p:cNvSpPr>
          <p:nvPr/>
        </p:nvSpPr>
        <p:spPr>
          <a:xfrm xmlns:a="http://schemas.openxmlformats.org/drawingml/2006/main">
            <a:off x="7867650" y="4867275"/>
            <a:ext cx="3238500" cy="657225"/>
          </a:xfrm>
          <a:prstGeom xmlns:a="http://schemas.openxmlformats.org/drawingml/2006/main" prst="roundRect">
            <a:avLst>
              <a:gd name="adj" fmla="val 13043"/>
            </a:avLst>
          </a:prstGeom>
          <a:solidFill xmlns:a="http://schemas.openxmlformats.org/drawingml/2006/main">
            <a:srgbClr val="1E3046"/>
          </a:solidFill>
          <a:ln xmlns:a="http://schemas.openxmlformats.org/drawingml/2006/main" w="9525">
            <a:solidFill>
              <a:srgbClr val="3F5570"/>
            </a:solidFill>
          </a:ln>
        </p:spPr>
      </p:sp>
      <p:sp>
        <p:nvSpPr>
          <p:cNvPr id="61" name="">
            <a:extLst xmlns:a="http://schemas.openxmlformats.org/drawingml/2006/main">
              <a:ext uri="{FF2B5EF4-FFF2-40B4-BE49-F238E27FC236}">
                <a16:creationId xmlns:a16="http://schemas.microsoft.com/office/drawing/2014/main" id="{BEED50C0-8034-4093-943B-A0E271C5C6A8}"/>
              </a:ext>
            </a:extLst>
          </p:cNvPr>
          <p:cNvSpPr>
            <a:spLocks xmlns:a="http://schemas.openxmlformats.org/drawingml/2006/main" noGrp="1"/>
          </p:cNvSpPr>
          <p:nvPr/>
        </p:nvSpPr>
        <p:spPr>
          <a:xfrm xmlns:a="http://schemas.openxmlformats.org/drawingml/2006/main">
            <a:off x="8020050" y="5048250"/>
            <a:ext cx="95250" cy="95250"/>
          </a:xfrm>
          <a:prstGeom xmlns:a="http://schemas.openxmlformats.org/drawingml/2006/main" prst="roundRect">
            <a:avLst>
              <a:gd name="adj" fmla="val 50000"/>
            </a:avLst>
          </a:prstGeom>
          <a:solidFill xmlns:a="http://schemas.openxmlformats.org/drawingml/2006/main">
            <a:srgbClr val="56B99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5CA0C992-C3A6-432F-9122-C69CB9131447}"/>
              </a:ext>
            </a:extLst>
          </p:cNvPr>
          <p:cNvSpPr>
            <a:spLocks xmlns:a="http://schemas.openxmlformats.org/drawingml/2006/main" noGrp="1"/>
          </p:cNvSpPr>
          <p:nvPr/>
        </p:nvSpPr>
        <p:spPr>
          <a:xfrm xmlns:a="http://schemas.openxmlformats.org/drawingml/2006/main">
            <a:off x="8220075" y="4943475"/>
            <a:ext cx="26479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终止判断</a:t>
            </a:r>
          </a:p>
        </p:txBody>
      </p:sp>
      <p:sp>
        <p:nvSpPr>
          <p:cNvPr id="63" name="">
            <a:extLst xmlns:a="http://schemas.openxmlformats.org/drawingml/2006/main">
              <a:ext uri="{FF2B5EF4-FFF2-40B4-BE49-F238E27FC236}">
                <a16:creationId xmlns:a16="http://schemas.microsoft.com/office/drawing/2014/main" id="{26830275-B446-4645-98F6-96C0ECA122C1}"/>
              </a:ext>
            </a:extLst>
          </p:cNvPr>
          <p:cNvSpPr>
            <a:spLocks xmlns:a="http://schemas.openxmlformats.org/drawingml/2006/main" noGrp="1"/>
          </p:cNvSpPr>
          <p:nvPr/>
        </p:nvSpPr>
        <p:spPr>
          <a:xfrm xmlns:a="http://schemas.openxmlformats.org/drawingml/2006/main">
            <a:off x="8220075" y="5172075"/>
            <a:ext cx="2714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C8D3DF"/>
                </a:solidFill>
                <a:latin typeface="Arial"/>
                <a:ea typeface="Arial"/>
                <a:cs typeface="Arial"/>
              </a:defRPr>
            </a:pPr>
            <a:r>
              <a:rPr sz="900" b="0">
                <a:solidFill>
                  <a:srgbClr val="C8D3DF"/>
                </a:solidFill>
                <a:latin typeface="Arial"/>
                <a:ea typeface="Arial"/>
                <a:cs typeface="Arial"/>
              </a:rPr>
              <a:t>Stopped 仅表示会话结束</a:t>
            </a:r>
          </a:p>
        </p:txBody>
      </p:sp>
      <p:sp>
        <p:nvSpPr>
          <p:cNvPr id="64" name="">
            <a:extLst xmlns:a="http://schemas.openxmlformats.org/drawingml/2006/main">
              <a:ext uri="{FF2B5EF4-FFF2-40B4-BE49-F238E27FC236}">
                <a16:creationId xmlns:a16="http://schemas.microsoft.com/office/drawing/2014/main" id="{FCFB7710-51CA-4BAC-9FA1-199FC63BCF91}"/>
              </a:ext>
            </a:extLst>
          </p:cNvPr>
          <p:cNvSpPr>
            <a:spLocks xmlns:a="http://schemas.openxmlformats.org/drawingml/2006/main" noGrp="1"/>
          </p:cNvSpPr>
          <p:nvPr/>
        </p:nvSpPr>
        <p:spPr>
          <a:xfrm xmlns:a="http://schemas.openxmlformats.org/drawingml/2006/main">
            <a:off x="647700" y="5838825"/>
            <a:ext cx="933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FFC59E"/>
                </a:solidFill>
                <a:latin typeface="Arial"/>
                <a:ea typeface="Arial"/>
                <a:cs typeface="Arial"/>
              </a:defRPr>
            </a:pPr>
            <a:r>
              <a:rPr sz="1125" b="1">
                <a:solidFill>
                  <a:srgbClr val="FFC59E"/>
                </a:solidFill>
                <a:latin typeface="Arial"/>
                <a:ea typeface="Arial"/>
                <a:cs typeface="Arial"/>
              </a:rPr>
              <a:t>评价目标：可验证、可接受、可持续改进的交付结果。</a:t>
            </a:r>
          </a:p>
        </p:txBody>
      </p:sp>
    </p:spTree>
    <p:extLst>
      <p:ext uri="{BB962C8B-B14F-4D97-AF65-F5344CB8AC3E}">
        <p14:creationId xmlns:p14="http://schemas.microsoft.com/office/powerpoint/2010/main" val="114892476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C181489-060C-445A-94ED-49CD84D0B88B}"/>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02 · 通用应用框架</a:t>
            </a:r>
          </a:p>
        </p:txBody>
      </p:sp>
      <p:sp>
        <p:nvSpPr>
          <p:cNvPr id="2" name="">
            <a:extLst xmlns:a="http://schemas.openxmlformats.org/drawingml/2006/main">
              <a:ext uri="{FF2B5EF4-FFF2-40B4-BE49-F238E27FC236}">
                <a16:creationId xmlns:a16="http://schemas.microsoft.com/office/drawing/2014/main" id="{EA3CD266-204A-47B7-A232-14E833ADD2F6}"/>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通用应用框架：Agent 运行在“人、上下文、工具、裁判”之中</a:t>
            </a:r>
          </a:p>
        </p:txBody>
      </p:sp>
      <p:sp>
        <p:nvSpPr>
          <p:cNvPr id="3" name="">
            <a:extLst xmlns:a="http://schemas.openxmlformats.org/drawingml/2006/main">
              <a:ext uri="{FF2B5EF4-FFF2-40B4-BE49-F238E27FC236}">
                <a16:creationId xmlns:a16="http://schemas.microsoft.com/office/drawing/2014/main" id="{71FFCE59-07F7-426F-BF09-6A8D8C3181B6}"/>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框架定义如何供给上下文、执行动作、检查结果；不是某个行业的业务流程</a:t>
            </a:r>
          </a:p>
        </p:txBody>
      </p:sp>
      <p:sp>
        <p:nvSpPr>
          <p:cNvPr id="4" name="">
            <a:extLst xmlns:a="http://schemas.openxmlformats.org/drawingml/2006/main">
              <a:ext uri="{FF2B5EF4-FFF2-40B4-BE49-F238E27FC236}">
                <a16:creationId xmlns:a16="http://schemas.microsoft.com/office/drawing/2014/main" id="{2E7FEE26-296F-46FA-BC81-379BDED13E6F}"/>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DCF57E94-A763-4973-828E-10655B5EF80D}"/>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02</a:t>
            </a:r>
          </a:p>
        </p:txBody>
      </p:sp>
      <p:sp>
        <p:nvSpPr>
          <p:cNvPr id="6" name="">
            <a:extLst xmlns:a="http://schemas.openxmlformats.org/drawingml/2006/main">
              <a:ext uri="{FF2B5EF4-FFF2-40B4-BE49-F238E27FC236}">
                <a16:creationId xmlns:a16="http://schemas.microsoft.com/office/drawing/2014/main" id="{9CE5368B-4AC9-4335-944A-CD27A5F27730}"/>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4B8D4666-DDA3-474F-B17E-9BED785F7483}"/>
              </a:ext>
            </a:extLst>
          </p:cNvPr>
          <p:cNvSpPr>
            <a:spLocks xmlns:a="http://schemas.openxmlformats.org/drawingml/2006/main" noGrp="1"/>
          </p:cNvSpPr>
          <p:nvPr/>
        </p:nvSpPr>
        <p:spPr>
          <a:xfrm xmlns:a="http://schemas.openxmlformats.org/drawingml/2006/main">
            <a:off x="4095750" y="1771650"/>
            <a:ext cx="4000500" cy="590550"/>
          </a:xfrm>
          <a:prstGeom xmlns:a="http://schemas.openxmlformats.org/drawingml/2006/main" prst="roundRect">
            <a:avLst>
              <a:gd name="adj" fmla="val 17742"/>
            </a:avLst>
          </a:prstGeom>
          <a:solidFill xmlns:a="http://schemas.openxmlformats.org/drawingml/2006/main">
            <a:srgbClr val="15233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A4BFC7A-F516-496D-B544-5C0C5924F416}"/>
              </a:ext>
            </a:extLst>
          </p:cNvPr>
          <p:cNvSpPr>
            <a:spLocks xmlns:a="http://schemas.openxmlformats.org/drawingml/2006/main" noGrp="1"/>
          </p:cNvSpPr>
          <p:nvPr/>
        </p:nvSpPr>
        <p:spPr>
          <a:xfrm xmlns:a="http://schemas.openxmlformats.org/drawingml/2006/main">
            <a:off x="4229100" y="1838325"/>
            <a:ext cx="3733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人类专家 / 团队</a:t>
            </a:r>
          </a:p>
        </p:txBody>
      </p:sp>
      <p:sp>
        <p:nvSpPr>
          <p:cNvPr id="9" name="">
            <a:extLst xmlns:a="http://schemas.openxmlformats.org/drawingml/2006/main">
              <a:ext uri="{FF2B5EF4-FFF2-40B4-BE49-F238E27FC236}">
                <a16:creationId xmlns:a16="http://schemas.microsoft.com/office/drawing/2014/main" id="{054B52A0-75BC-47F6-911E-32AFF81D75F3}"/>
              </a:ext>
            </a:extLst>
          </p:cNvPr>
          <p:cNvSpPr>
            <a:spLocks xmlns:a="http://schemas.openxmlformats.org/drawingml/2006/main" noGrp="1"/>
          </p:cNvSpPr>
          <p:nvPr/>
        </p:nvSpPr>
        <p:spPr>
          <a:xfrm xmlns:a="http://schemas.openxmlformats.org/drawingml/2006/main">
            <a:off x="4210050" y="2095500"/>
            <a:ext cx="3771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D2DCE7"/>
                </a:solidFill>
                <a:latin typeface="Arial"/>
                <a:ea typeface="Arial"/>
                <a:cs typeface="Arial"/>
              </a:defRPr>
            </a:pPr>
            <a:r>
              <a:rPr sz="900" b="0">
                <a:solidFill>
                  <a:srgbClr val="D2DCE7"/>
                </a:solidFill>
                <a:latin typeface="Arial"/>
                <a:ea typeface="Arial"/>
                <a:cs typeface="Arial"/>
              </a:rPr>
              <a:t>目标 · 领域知识 · 验收边界 · 决策</a:t>
            </a:r>
          </a:p>
        </p:txBody>
      </p:sp>
      <p:sp>
        <p:nvSpPr>
          <p:cNvPr id="10" name="">
            <a:extLst xmlns:a="http://schemas.openxmlformats.org/drawingml/2006/main">
              <a:ext uri="{FF2B5EF4-FFF2-40B4-BE49-F238E27FC236}">
                <a16:creationId xmlns:a16="http://schemas.microsoft.com/office/drawing/2014/main" id="{96BC95EC-5A4C-47FA-87A5-EA5F05AF4647}"/>
              </a:ext>
            </a:extLst>
          </p:cNvPr>
          <p:cNvSpPr>
            <a:spLocks xmlns:a="http://schemas.openxmlformats.org/drawingml/2006/main" noGrp="1"/>
          </p:cNvSpPr>
          <p:nvPr/>
        </p:nvSpPr>
        <p:spPr>
          <a:xfrm xmlns:a="http://schemas.openxmlformats.org/drawingml/2006/main">
            <a:off x="3038475" y="2724150"/>
            <a:ext cx="6115050" cy="895350"/>
          </a:xfrm>
          <a:prstGeom xmlns:a="http://schemas.openxmlformats.org/drawingml/2006/main" prst="roundRect">
            <a:avLst>
              <a:gd name="adj" fmla="val 12766"/>
            </a:avLst>
          </a:prstGeom>
          <a:solidFill xmlns:a="http://schemas.openxmlformats.org/drawingml/2006/main">
            <a:srgbClr val="E8EDFF"/>
          </a:solidFill>
          <a:ln xmlns:a="http://schemas.openxmlformats.org/drawingml/2006/main" w="9525">
            <a:solidFill>
              <a:srgbClr val="AEBBFF"/>
            </a:solidFill>
          </a:ln>
        </p:spPr>
      </p:sp>
      <p:sp>
        <p:nvSpPr>
          <p:cNvPr id="11" name="">
            <a:extLst xmlns:a="http://schemas.openxmlformats.org/drawingml/2006/main">
              <a:ext uri="{FF2B5EF4-FFF2-40B4-BE49-F238E27FC236}">
                <a16:creationId xmlns:a16="http://schemas.microsoft.com/office/drawing/2014/main" id="{051C0438-47D0-4C02-8CA4-AEC6BFF6A2CD}"/>
              </a:ext>
            </a:extLst>
          </p:cNvPr>
          <p:cNvSpPr>
            <a:spLocks xmlns:a="http://schemas.openxmlformats.org/drawingml/2006/main" noGrp="1"/>
          </p:cNvSpPr>
          <p:nvPr/>
        </p:nvSpPr>
        <p:spPr>
          <a:xfrm xmlns:a="http://schemas.openxmlformats.org/drawingml/2006/main">
            <a:off x="3171825" y="2781300"/>
            <a:ext cx="58483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8958"/>
          </a:bodyPr>
          <a:lstStyle xmlns:a="http://schemas.openxmlformats.org/drawingml/2006/main"/>
          <a:p xmlns:a="http://schemas.openxmlformats.org/drawingml/2006/main">
            <a:pPr algn="ctr">
              <a:defRPr sz="1200" b="1">
                <a:solidFill>
                  <a:srgbClr val="315EF6"/>
                </a:solidFill>
                <a:latin typeface="Arial"/>
                <a:ea typeface="Arial"/>
                <a:cs typeface="Arial"/>
              </a:defRPr>
            </a:pPr>
            <a:r>
              <a:rPr sz="1200" b="1">
                <a:solidFill>
                  <a:srgbClr val="315EF6"/>
                </a:solidFill>
                <a:latin typeface="Arial"/>
                <a:ea typeface="Arial"/>
                <a:cs typeface="Arial"/>
              </a:rPr>
              <a:t>Agent Runtime</a:t>
            </a:r>
          </a:p>
        </p:txBody>
      </p:sp>
      <p:sp>
        <p:nvSpPr>
          <p:cNvPr id="12" name="">
            <a:extLst xmlns:a="http://schemas.openxmlformats.org/drawingml/2006/main">
              <a:ext uri="{FF2B5EF4-FFF2-40B4-BE49-F238E27FC236}">
                <a16:creationId xmlns:a16="http://schemas.microsoft.com/office/drawing/2014/main" id="{39DC0DA5-E7CD-48F4-A24B-AF170CC34082}"/>
              </a:ext>
            </a:extLst>
          </p:cNvPr>
          <p:cNvSpPr>
            <a:spLocks xmlns:a="http://schemas.openxmlformats.org/drawingml/2006/main" noGrp="1"/>
          </p:cNvSpPr>
          <p:nvPr/>
        </p:nvSpPr>
        <p:spPr>
          <a:xfrm xmlns:a="http://schemas.openxmlformats.org/drawingml/2006/main">
            <a:off x="3324225" y="3086100"/>
            <a:ext cx="11811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C9D2E4"/>
            </a:solidFill>
          </a:ln>
        </p:spPr>
      </p:sp>
      <p:sp>
        <p:nvSpPr>
          <p:cNvPr id="13" name="">
            <a:extLst xmlns:a="http://schemas.openxmlformats.org/drawingml/2006/main">
              <a:ext uri="{FF2B5EF4-FFF2-40B4-BE49-F238E27FC236}">
                <a16:creationId xmlns:a16="http://schemas.microsoft.com/office/drawing/2014/main" id="{BDC70754-99D3-4225-A55C-15725D8B0F86}"/>
              </a:ext>
            </a:extLst>
          </p:cNvPr>
          <p:cNvSpPr>
            <a:spLocks xmlns:a="http://schemas.openxmlformats.org/drawingml/2006/main" noGrp="1"/>
          </p:cNvSpPr>
          <p:nvPr/>
        </p:nvSpPr>
        <p:spPr>
          <a:xfrm xmlns:a="http://schemas.openxmlformats.org/drawingml/2006/main">
            <a:off x="3362325" y="3095625"/>
            <a:ext cx="1104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EF18DB2D-DBF4-41C6-A401-A8948E48E065}"/>
              </a:ext>
            </a:extLst>
          </p:cNvPr>
          <p:cNvSpPr>
            <a:spLocks xmlns:a="http://schemas.openxmlformats.org/drawingml/2006/main" noGrp="1"/>
          </p:cNvSpPr>
          <p:nvPr/>
        </p:nvSpPr>
        <p:spPr>
          <a:xfrm xmlns:a="http://schemas.openxmlformats.org/drawingml/2006/main">
            <a:off x="3362325" y="3267075"/>
            <a:ext cx="11049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0">
                <a:solidFill>
                  <a:srgbClr val="64748B"/>
                </a:solidFill>
                <a:latin typeface="Arial"/>
                <a:ea typeface="Arial"/>
                <a:cs typeface="Arial"/>
              </a:defRPr>
            </a:pPr>
            <a:r>
              <a:rPr sz="750" b="0">
                <a:solidFill>
                  <a:srgbClr val="64748B"/>
                </a:solidFill>
                <a:latin typeface="Arial"/>
                <a:ea typeface="Arial"/>
                <a:cs typeface="Arial"/>
              </a:rPr>
              <a:t>拆解</a:t>
            </a:r>
          </a:p>
        </p:txBody>
      </p:sp>
      <p:sp>
        <p:nvSpPr>
          <p:cNvPr id="15" name="">
            <a:extLst xmlns:a="http://schemas.openxmlformats.org/drawingml/2006/main">
              <a:ext uri="{FF2B5EF4-FFF2-40B4-BE49-F238E27FC236}">
                <a16:creationId xmlns:a16="http://schemas.microsoft.com/office/drawing/2014/main" id="{0406AF7A-2DF7-4BD6-8F35-C98E95E71518}"/>
              </a:ext>
            </a:extLst>
          </p:cNvPr>
          <p:cNvSpPr>
            <a:spLocks xmlns:a="http://schemas.openxmlformats.org/drawingml/2006/main" noGrp="1"/>
          </p:cNvSpPr>
          <p:nvPr/>
        </p:nvSpPr>
        <p:spPr>
          <a:xfrm xmlns:a="http://schemas.openxmlformats.org/drawingml/2006/main" flipH="0" flipV="0">
            <a:off x="4505325" y="3276600"/>
            <a:ext cx="1809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16" name="">
            <a:extLst xmlns:a="http://schemas.openxmlformats.org/drawingml/2006/main">
              <a:ext uri="{FF2B5EF4-FFF2-40B4-BE49-F238E27FC236}">
                <a16:creationId xmlns:a16="http://schemas.microsoft.com/office/drawing/2014/main" id="{D5222E8B-28EA-4FEE-89F2-82D94535B1BE}"/>
              </a:ext>
            </a:extLst>
          </p:cNvPr>
          <p:cNvSpPr>
            <a:spLocks xmlns:a="http://schemas.openxmlformats.org/drawingml/2006/main" noGrp="1"/>
          </p:cNvSpPr>
          <p:nvPr/>
        </p:nvSpPr>
        <p:spPr>
          <a:xfrm xmlns:a="http://schemas.openxmlformats.org/drawingml/2006/main">
            <a:off x="4600575" y="3124200"/>
            <a:ext cx="15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719"/>
          </a:bodyPr>
          <a:lstStyle xmlns:a="http://schemas.openxmlformats.org/drawingml/2006/main"/>
          <a:p xmlns:a="http://schemas.openxmlformats.org/drawingml/2006/main">
            <a:pPr algn="ctr">
              <a:defRPr sz="1425" b="1">
                <a:solidFill>
                  <a:srgbClr val="315EF6"/>
                </a:solidFill>
                <a:latin typeface="Arial"/>
                <a:ea typeface="Arial"/>
                <a:cs typeface="Arial"/>
              </a:defRPr>
            </a:pPr>
            <a:r>
              <a:rPr sz="1425" b="1">
                <a:solidFill>
                  <a:srgbClr val="315EF6"/>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8E7926D6-480D-4EEE-814A-141B1336845C}"/>
              </a:ext>
            </a:extLst>
          </p:cNvPr>
          <p:cNvSpPr>
            <a:spLocks xmlns:a="http://schemas.openxmlformats.org/drawingml/2006/main" noGrp="1"/>
          </p:cNvSpPr>
          <p:nvPr/>
        </p:nvSpPr>
        <p:spPr>
          <a:xfrm xmlns:a="http://schemas.openxmlformats.org/drawingml/2006/main">
            <a:off x="4733925" y="3086100"/>
            <a:ext cx="11811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C9D2E4"/>
            </a:solidFill>
          </a:ln>
        </p:spPr>
      </p:sp>
      <p:sp>
        <p:nvSpPr>
          <p:cNvPr id="18" name="">
            <a:extLst xmlns:a="http://schemas.openxmlformats.org/drawingml/2006/main">
              <a:ext uri="{FF2B5EF4-FFF2-40B4-BE49-F238E27FC236}">
                <a16:creationId xmlns:a16="http://schemas.microsoft.com/office/drawing/2014/main" id="{E9669598-483A-409D-ADBB-DB5E171C0768}"/>
              </a:ext>
            </a:extLst>
          </p:cNvPr>
          <p:cNvSpPr>
            <a:spLocks xmlns:a="http://schemas.openxmlformats.org/drawingml/2006/main" noGrp="1"/>
          </p:cNvSpPr>
          <p:nvPr/>
        </p:nvSpPr>
        <p:spPr>
          <a:xfrm xmlns:a="http://schemas.openxmlformats.org/drawingml/2006/main">
            <a:off x="4772025" y="3095625"/>
            <a:ext cx="1104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Context</a:t>
            </a:r>
          </a:p>
        </p:txBody>
      </p:sp>
      <p:sp>
        <p:nvSpPr>
          <p:cNvPr id="19" name="">
            <a:extLst xmlns:a="http://schemas.openxmlformats.org/drawingml/2006/main">
              <a:ext uri="{FF2B5EF4-FFF2-40B4-BE49-F238E27FC236}">
                <a16:creationId xmlns:a16="http://schemas.microsoft.com/office/drawing/2014/main" id="{3C232744-30D6-4479-9D81-02CB734AA78D}"/>
              </a:ext>
            </a:extLst>
          </p:cNvPr>
          <p:cNvSpPr>
            <a:spLocks xmlns:a="http://schemas.openxmlformats.org/drawingml/2006/main" noGrp="1"/>
          </p:cNvSpPr>
          <p:nvPr/>
        </p:nvSpPr>
        <p:spPr>
          <a:xfrm xmlns:a="http://schemas.openxmlformats.org/drawingml/2006/main">
            <a:off x="4772025" y="3267075"/>
            <a:ext cx="11049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0">
                <a:solidFill>
                  <a:srgbClr val="64748B"/>
                </a:solidFill>
                <a:latin typeface="Arial"/>
                <a:ea typeface="Arial"/>
                <a:cs typeface="Arial"/>
              </a:defRPr>
            </a:pPr>
            <a:r>
              <a:rPr sz="750" b="0">
                <a:solidFill>
                  <a:srgbClr val="64748B"/>
                </a:solidFill>
                <a:latin typeface="Arial"/>
                <a:ea typeface="Arial"/>
                <a:cs typeface="Arial"/>
              </a:rPr>
              <a:t>取上下文</a:t>
            </a:r>
          </a:p>
        </p:txBody>
      </p:sp>
      <p:sp>
        <p:nvSpPr>
          <p:cNvPr id="20" name="">
            <a:extLst xmlns:a="http://schemas.openxmlformats.org/drawingml/2006/main">
              <a:ext uri="{FF2B5EF4-FFF2-40B4-BE49-F238E27FC236}">
                <a16:creationId xmlns:a16="http://schemas.microsoft.com/office/drawing/2014/main" id="{3679B968-A296-4535-BB42-C8B5167B23A0}"/>
              </a:ext>
            </a:extLst>
          </p:cNvPr>
          <p:cNvSpPr>
            <a:spLocks xmlns:a="http://schemas.openxmlformats.org/drawingml/2006/main" noGrp="1"/>
          </p:cNvSpPr>
          <p:nvPr/>
        </p:nvSpPr>
        <p:spPr>
          <a:xfrm xmlns:a="http://schemas.openxmlformats.org/drawingml/2006/main" flipH="0" flipV="0">
            <a:off x="5915025" y="3276600"/>
            <a:ext cx="1809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1" name="">
            <a:extLst xmlns:a="http://schemas.openxmlformats.org/drawingml/2006/main">
              <a:ext uri="{FF2B5EF4-FFF2-40B4-BE49-F238E27FC236}">
                <a16:creationId xmlns:a16="http://schemas.microsoft.com/office/drawing/2014/main" id="{5EE6EB24-B70A-4C27-A992-6EEFF436067C}"/>
              </a:ext>
            </a:extLst>
          </p:cNvPr>
          <p:cNvSpPr>
            <a:spLocks xmlns:a="http://schemas.openxmlformats.org/drawingml/2006/main" noGrp="1"/>
          </p:cNvSpPr>
          <p:nvPr/>
        </p:nvSpPr>
        <p:spPr>
          <a:xfrm xmlns:a="http://schemas.openxmlformats.org/drawingml/2006/main">
            <a:off x="6010275" y="3124200"/>
            <a:ext cx="15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719"/>
          </a:bodyPr>
          <a:lstStyle xmlns:a="http://schemas.openxmlformats.org/drawingml/2006/main"/>
          <a:p xmlns:a="http://schemas.openxmlformats.org/drawingml/2006/main">
            <a:pPr algn="ctr">
              <a:defRPr sz="1425" b="1">
                <a:solidFill>
                  <a:srgbClr val="315EF6"/>
                </a:solidFill>
                <a:latin typeface="Arial"/>
                <a:ea typeface="Arial"/>
                <a:cs typeface="Arial"/>
              </a:defRPr>
            </a:pPr>
            <a:r>
              <a:rPr sz="1425" b="1">
                <a:solidFill>
                  <a:srgbClr val="315EF6"/>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DC5984D0-C41E-4B50-A015-BDE0CE705F1E}"/>
              </a:ext>
            </a:extLst>
          </p:cNvPr>
          <p:cNvSpPr>
            <a:spLocks xmlns:a="http://schemas.openxmlformats.org/drawingml/2006/main" noGrp="1"/>
          </p:cNvSpPr>
          <p:nvPr/>
        </p:nvSpPr>
        <p:spPr>
          <a:xfrm xmlns:a="http://schemas.openxmlformats.org/drawingml/2006/main">
            <a:off x="6143625" y="3086100"/>
            <a:ext cx="11811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C9D2E4"/>
            </a:solidFill>
          </a:ln>
        </p:spPr>
      </p:sp>
      <p:sp>
        <p:nvSpPr>
          <p:cNvPr id="23" name="">
            <a:extLst xmlns:a="http://schemas.openxmlformats.org/drawingml/2006/main">
              <a:ext uri="{FF2B5EF4-FFF2-40B4-BE49-F238E27FC236}">
                <a16:creationId xmlns:a16="http://schemas.microsoft.com/office/drawing/2014/main" id="{E064E058-9AF1-40E2-B5C8-900B9F8B1934}"/>
              </a:ext>
            </a:extLst>
          </p:cNvPr>
          <p:cNvSpPr>
            <a:spLocks xmlns:a="http://schemas.openxmlformats.org/drawingml/2006/main" noGrp="1"/>
          </p:cNvSpPr>
          <p:nvPr/>
        </p:nvSpPr>
        <p:spPr>
          <a:xfrm xmlns:a="http://schemas.openxmlformats.org/drawingml/2006/main">
            <a:off x="6181725" y="3095625"/>
            <a:ext cx="1104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Act</a:t>
            </a:r>
          </a:p>
        </p:txBody>
      </p:sp>
      <p:sp>
        <p:nvSpPr>
          <p:cNvPr id="24" name="">
            <a:extLst xmlns:a="http://schemas.openxmlformats.org/drawingml/2006/main">
              <a:ext uri="{FF2B5EF4-FFF2-40B4-BE49-F238E27FC236}">
                <a16:creationId xmlns:a16="http://schemas.microsoft.com/office/drawing/2014/main" id="{61D616A3-4D6D-4A01-B1ED-994083518820}"/>
              </a:ext>
            </a:extLst>
          </p:cNvPr>
          <p:cNvSpPr>
            <a:spLocks xmlns:a="http://schemas.openxmlformats.org/drawingml/2006/main" noGrp="1"/>
          </p:cNvSpPr>
          <p:nvPr/>
        </p:nvSpPr>
        <p:spPr>
          <a:xfrm xmlns:a="http://schemas.openxmlformats.org/drawingml/2006/main">
            <a:off x="6181725" y="3267075"/>
            <a:ext cx="11049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0">
                <a:solidFill>
                  <a:srgbClr val="64748B"/>
                </a:solidFill>
                <a:latin typeface="Arial"/>
                <a:ea typeface="Arial"/>
                <a:cs typeface="Arial"/>
              </a:defRPr>
            </a:pPr>
            <a:r>
              <a:rPr sz="750" b="0">
                <a:solidFill>
                  <a:srgbClr val="64748B"/>
                </a:solidFill>
                <a:latin typeface="Arial"/>
                <a:ea typeface="Arial"/>
                <a:cs typeface="Arial"/>
              </a:rPr>
              <a:t>调用工具</a:t>
            </a:r>
          </a:p>
        </p:txBody>
      </p:sp>
      <p:sp>
        <p:nvSpPr>
          <p:cNvPr id="25" name="">
            <a:extLst xmlns:a="http://schemas.openxmlformats.org/drawingml/2006/main">
              <a:ext uri="{FF2B5EF4-FFF2-40B4-BE49-F238E27FC236}">
                <a16:creationId xmlns:a16="http://schemas.microsoft.com/office/drawing/2014/main" id="{89BF35B0-A2B7-4DAE-A2B4-AFC98C199569}"/>
              </a:ext>
            </a:extLst>
          </p:cNvPr>
          <p:cNvSpPr>
            <a:spLocks xmlns:a="http://schemas.openxmlformats.org/drawingml/2006/main" noGrp="1"/>
          </p:cNvSpPr>
          <p:nvPr/>
        </p:nvSpPr>
        <p:spPr>
          <a:xfrm xmlns:a="http://schemas.openxmlformats.org/drawingml/2006/main" flipH="0" flipV="0">
            <a:off x="7324725" y="3276600"/>
            <a:ext cx="1809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6" name="">
            <a:extLst xmlns:a="http://schemas.openxmlformats.org/drawingml/2006/main">
              <a:ext uri="{FF2B5EF4-FFF2-40B4-BE49-F238E27FC236}">
                <a16:creationId xmlns:a16="http://schemas.microsoft.com/office/drawing/2014/main" id="{A07087EF-6AB5-4CC8-8672-52C1174E7B60}"/>
              </a:ext>
            </a:extLst>
          </p:cNvPr>
          <p:cNvSpPr>
            <a:spLocks xmlns:a="http://schemas.openxmlformats.org/drawingml/2006/main" noGrp="1"/>
          </p:cNvSpPr>
          <p:nvPr/>
        </p:nvSpPr>
        <p:spPr>
          <a:xfrm xmlns:a="http://schemas.openxmlformats.org/drawingml/2006/main">
            <a:off x="7419975" y="3124200"/>
            <a:ext cx="152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719"/>
          </a:bodyPr>
          <a:lstStyle xmlns:a="http://schemas.openxmlformats.org/drawingml/2006/main"/>
          <a:p xmlns:a="http://schemas.openxmlformats.org/drawingml/2006/main">
            <a:pPr algn="ctr">
              <a:defRPr sz="1425" b="1">
                <a:solidFill>
                  <a:srgbClr val="315EF6"/>
                </a:solidFill>
                <a:latin typeface="Arial"/>
                <a:ea typeface="Arial"/>
                <a:cs typeface="Arial"/>
              </a:defRPr>
            </a:pPr>
            <a:r>
              <a:rPr sz="1425" b="1">
                <a:solidFill>
                  <a:srgbClr val="315EF6"/>
                </a:solidFill>
                <a:latin typeface="Arial"/>
                <a:ea typeface="Arial"/>
                <a:cs typeface="Arial"/>
              </a:rPr>
              <a:t>›</a:t>
            </a:r>
          </a:p>
        </p:txBody>
      </p:sp>
      <p:sp>
        <p:nvSpPr>
          <p:cNvPr id="27" name="">
            <a:extLst xmlns:a="http://schemas.openxmlformats.org/drawingml/2006/main">
              <a:ext uri="{FF2B5EF4-FFF2-40B4-BE49-F238E27FC236}">
                <a16:creationId xmlns:a16="http://schemas.microsoft.com/office/drawing/2014/main" id="{0DBB3734-46B7-4A5C-AA41-FE3C67A88207}"/>
              </a:ext>
            </a:extLst>
          </p:cNvPr>
          <p:cNvSpPr>
            <a:spLocks xmlns:a="http://schemas.openxmlformats.org/drawingml/2006/main" noGrp="1"/>
          </p:cNvSpPr>
          <p:nvPr/>
        </p:nvSpPr>
        <p:spPr>
          <a:xfrm xmlns:a="http://schemas.openxmlformats.org/drawingml/2006/main">
            <a:off x="7553325" y="3086100"/>
            <a:ext cx="1181100" cy="371475"/>
          </a:xfrm>
          <a:prstGeom xmlns:a="http://schemas.openxmlformats.org/drawingml/2006/main" prst="roundRect">
            <a:avLst>
              <a:gd name="adj" fmla="val 17949"/>
            </a:avLst>
          </a:prstGeom>
          <a:solidFill xmlns:a="http://schemas.openxmlformats.org/drawingml/2006/main">
            <a:srgbClr val="FFFFFF"/>
          </a:solidFill>
          <a:ln xmlns:a="http://schemas.openxmlformats.org/drawingml/2006/main" w="9525">
            <a:solidFill>
              <a:srgbClr val="C9D2E4"/>
            </a:solidFill>
          </a:ln>
        </p:spPr>
      </p:sp>
      <p:sp>
        <p:nvSpPr>
          <p:cNvPr id="28" name="">
            <a:extLst xmlns:a="http://schemas.openxmlformats.org/drawingml/2006/main">
              <a:ext uri="{FF2B5EF4-FFF2-40B4-BE49-F238E27FC236}">
                <a16:creationId xmlns:a16="http://schemas.microsoft.com/office/drawing/2014/main" id="{F10F829A-6A76-4C7B-BC2C-0267428B0C33}"/>
              </a:ext>
            </a:extLst>
          </p:cNvPr>
          <p:cNvSpPr>
            <a:spLocks xmlns:a="http://schemas.openxmlformats.org/drawingml/2006/main" noGrp="1"/>
          </p:cNvSpPr>
          <p:nvPr/>
        </p:nvSpPr>
        <p:spPr>
          <a:xfrm xmlns:a="http://schemas.openxmlformats.org/drawingml/2006/main">
            <a:off x="7591425" y="3095625"/>
            <a:ext cx="11049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Verify</a:t>
            </a:r>
          </a:p>
        </p:txBody>
      </p:sp>
      <p:sp>
        <p:nvSpPr>
          <p:cNvPr id="29" name="">
            <a:extLst xmlns:a="http://schemas.openxmlformats.org/drawingml/2006/main">
              <a:ext uri="{FF2B5EF4-FFF2-40B4-BE49-F238E27FC236}">
                <a16:creationId xmlns:a16="http://schemas.microsoft.com/office/drawing/2014/main" id="{5CD95644-5B50-45F9-A03C-3061B7830423}"/>
              </a:ext>
            </a:extLst>
          </p:cNvPr>
          <p:cNvSpPr>
            <a:spLocks xmlns:a="http://schemas.openxmlformats.org/drawingml/2006/main" noGrp="1"/>
          </p:cNvSpPr>
          <p:nvPr/>
        </p:nvSpPr>
        <p:spPr>
          <a:xfrm xmlns:a="http://schemas.openxmlformats.org/drawingml/2006/main">
            <a:off x="7591425" y="3267075"/>
            <a:ext cx="11049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0">
                <a:solidFill>
                  <a:srgbClr val="64748B"/>
                </a:solidFill>
                <a:latin typeface="Arial"/>
                <a:ea typeface="Arial"/>
                <a:cs typeface="Arial"/>
              </a:defRPr>
            </a:pPr>
            <a:r>
              <a:rPr sz="750" b="0">
                <a:solidFill>
                  <a:srgbClr val="64748B"/>
                </a:solidFill>
                <a:latin typeface="Arial"/>
                <a:ea typeface="Arial"/>
                <a:cs typeface="Arial"/>
              </a:rPr>
              <a:t>检查结果</a:t>
            </a:r>
          </a:p>
        </p:txBody>
      </p:sp>
      <p:sp>
        <p:nvSpPr>
          <p:cNvPr id="30" name="">
            <a:extLst xmlns:a="http://schemas.openxmlformats.org/drawingml/2006/main">
              <a:ext uri="{FF2B5EF4-FFF2-40B4-BE49-F238E27FC236}">
                <a16:creationId xmlns:a16="http://schemas.microsoft.com/office/drawing/2014/main" id="{2EBB5E3F-64A3-45E5-B7C2-1101E305B50E}"/>
              </a:ext>
            </a:extLst>
          </p:cNvPr>
          <p:cNvSpPr>
            <a:spLocks xmlns:a="http://schemas.openxmlformats.org/drawingml/2006/main" noGrp="1"/>
          </p:cNvSpPr>
          <p:nvPr/>
        </p:nvSpPr>
        <p:spPr>
          <a:xfrm xmlns:a="http://schemas.openxmlformats.org/drawingml/2006/main" flipH="0" flipV="0">
            <a:off x="6096000" y="2362200"/>
            <a:ext cx="95" cy="323850"/>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31" name="">
            <a:extLst xmlns:a="http://schemas.openxmlformats.org/drawingml/2006/main">
              <a:ext uri="{FF2B5EF4-FFF2-40B4-BE49-F238E27FC236}">
                <a16:creationId xmlns:a16="http://schemas.microsoft.com/office/drawing/2014/main" id="{35798A35-EB2F-4213-A21B-4B38C2DD8859}"/>
              </a:ext>
            </a:extLst>
          </p:cNvPr>
          <p:cNvSpPr>
            <a:spLocks xmlns:a="http://schemas.openxmlformats.org/drawingml/2006/main" noGrp="1"/>
          </p:cNvSpPr>
          <p:nvPr/>
        </p:nvSpPr>
        <p:spPr>
          <a:xfrm xmlns:a="http://schemas.openxmlformats.org/drawingml/2006/main">
            <a:off x="666750" y="4038600"/>
            <a:ext cx="3238500" cy="7429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DEE5"/>
            </a:solidFill>
          </a:ln>
        </p:spPr>
      </p:sp>
      <p:sp>
        <p:nvSpPr>
          <p:cNvPr id="32" name="">
            <a:extLst xmlns:a="http://schemas.openxmlformats.org/drawingml/2006/main">
              <a:ext uri="{FF2B5EF4-FFF2-40B4-BE49-F238E27FC236}">
                <a16:creationId xmlns:a16="http://schemas.microsoft.com/office/drawing/2014/main" id="{5AD60E2C-CB97-4917-9DC4-C4DBCBA3F166}"/>
              </a:ext>
            </a:extLst>
          </p:cNvPr>
          <p:cNvSpPr>
            <a:spLocks xmlns:a="http://schemas.openxmlformats.org/drawingml/2006/main" noGrp="1"/>
          </p:cNvSpPr>
          <p:nvPr/>
        </p:nvSpPr>
        <p:spPr>
          <a:xfrm xmlns:a="http://schemas.openxmlformats.org/drawingml/2006/main">
            <a:off x="666750" y="4038600"/>
            <a:ext cx="66675" cy="742950"/>
          </a:xfrm>
          <a:prstGeom xmlns:a="http://schemas.openxmlformats.org/drawingml/2006/main" prst="rect">
            <a:avLst/>
          </a:prstGeom>
          <a:solidFill xmlns:a="http://schemas.openxmlformats.org/drawingml/2006/main">
            <a:srgbClr val="315EF6"/>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FD5E50D-AD22-49DF-8F56-1EA974B1546C}"/>
              </a:ext>
            </a:extLst>
          </p:cNvPr>
          <p:cNvSpPr>
            <a:spLocks xmlns:a="http://schemas.openxmlformats.org/drawingml/2006/main" noGrp="1"/>
          </p:cNvSpPr>
          <p:nvPr/>
        </p:nvSpPr>
        <p:spPr>
          <a:xfrm xmlns:a="http://schemas.openxmlformats.org/drawingml/2006/main">
            <a:off x="838200" y="41052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315EF6"/>
                </a:solidFill>
                <a:latin typeface="Arial"/>
                <a:ea typeface="Arial"/>
                <a:cs typeface="Arial"/>
              </a:defRPr>
            </a:pPr>
            <a:r>
              <a:rPr sz="1125" b="1">
                <a:solidFill>
                  <a:srgbClr val="315EF6"/>
                </a:solidFill>
                <a:latin typeface="Arial"/>
                <a:ea typeface="Arial"/>
                <a:cs typeface="Arial"/>
              </a:rPr>
              <a:t>上下文源</a:t>
            </a:r>
          </a:p>
        </p:txBody>
      </p:sp>
      <p:sp>
        <p:nvSpPr>
          <p:cNvPr id="34" name="">
            <a:extLst xmlns:a="http://schemas.openxmlformats.org/drawingml/2006/main">
              <a:ext uri="{FF2B5EF4-FFF2-40B4-BE49-F238E27FC236}">
                <a16:creationId xmlns:a16="http://schemas.microsoft.com/office/drawing/2014/main" id="{23468368-17AD-4EF9-B886-65596ADBEFD0}"/>
              </a:ext>
            </a:extLst>
          </p:cNvPr>
          <p:cNvSpPr>
            <a:spLocks xmlns:a="http://schemas.openxmlformats.org/drawingml/2006/main" noGrp="1"/>
          </p:cNvSpPr>
          <p:nvPr/>
        </p:nvSpPr>
        <p:spPr>
          <a:xfrm xmlns:a="http://schemas.openxmlformats.org/drawingml/2006/main">
            <a:off x="838200" y="439102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64748B"/>
                </a:solidFill>
                <a:latin typeface="Arial"/>
                <a:ea typeface="Arial"/>
                <a:cs typeface="Arial"/>
              </a:defRPr>
            </a:pPr>
            <a:r>
              <a:rPr sz="900" b="0">
                <a:solidFill>
                  <a:srgbClr val="64748B"/>
                </a:solidFill>
                <a:latin typeface="Arial"/>
                <a:ea typeface="Arial"/>
                <a:cs typeface="Arial"/>
              </a:rPr>
              <a:t>代码仓 · 文档 · 历史决策</a:t>
            </a:r>
          </a:p>
        </p:txBody>
      </p:sp>
      <p:sp>
        <p:nvSpPr>
          <p:cNvPr id="35" name="">
            <a:extLst xmlns:a="http://schemas.openxmlformats.org/drawingml/2006/main">
              <a:ext uri="{FF2B5EF4-FFF2-40B4-BE49-F238E27FC236}">
                <a16:creationId xmlns:a16="http://schemas.microsoft.com/office/drawing/2014/main" id="{0831A8D9-626E-4AFB-A3ED-24F9A5D9D7BE}"/>
              </a:ext>
            </a:extLst>
          </p:cNvPr>
          <p:cNvSpPr>
            <a:spLocks xmlns:a="http://schemas.openxmlformats.org/drawingml/2006/main" noGrp="1"/>
          </p:cNvSpPr>
          <p:nvPr/>
        </p:nvSpPr>
        <p:spPr>
          <a:xfrm xmlns:a="http://schemas.openxmlformats.org/drawingml/2006/main">
            <a:off x="4333875" y="4038600"/>
            <a:ext cx="3238500" cy="7429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DEE5"/>
            </a:solidFill>
          </a:ln>
        </p:spPr>
      </p:sp>
      <p:sp>
        <p:nvSpPr>
          <p:cNvPr id="36" name="">
            <a:extLst xmlns:a="http://schemas.openxmlformats.org/drawingml/2006/main">
              <a:ext uri="{FF2B5EF4-FFF2-40B4-BE49-F238E27FC236}">
                <a16:creationId xmlns:a16="http://schemas.microsoft.com/office/drawing/2014/main" id="{0FA49915-7C97-4E3D-B54F-4251F6B4AAA3}"/>
              </a:ext>
            </a:extLst>
          </p:cNvPr>
          <p:cNvSpPr>
            <a:spLocks xmlns:a="http://schemas.openxmlformats.org/drawingml/2006/main" noGrp="1"/>
          </p:cNvSpPr>
          <p:nvPr/>
        </p:nvSpPr>
        <p:spPr>
          <a:xfrm xmlns:a="http://schemas.openxmlformats.org/drawingml/2006/main">
            <a:off x="4333875" y="4038600"/>
            <a:ext cx="66675" cy="742950"/>
          </a:xfrm>
          <a:prstGeom xmlns:a="http://schemas.openxmlformats.org/drawingml/2006/main" prst="rect">
            <a:avLst/>
          </a:prstGeom>
          <a:solidFill xmlns:a="http://schemas.openxmlformats.org/drawingml/2006/main">
            <a:srgbClr val="14866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6A1F5362-1CD2-4367-9B78-42839D761BAD}"/>
              </a:ext>
            </a:extLst>
          </p:cNvPr>
          <p:cNvSpPr>
            <a:spLocks xmlns:a="http://schemas.openxmlformats.org/drawingml/2006/main" noGrp="1"/>
          </p:cNvSpPr>
          <p:nvPr/>
        </p:nvSpPr>
        <p:spPr>
          <a:xfrm xmlns:a="http://schemas.openxmlformats.org/drawingml/2006/main">
            <a:off x="4505325" y="41052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4866D"/>
                </a:solidFill>
                <a:latin typeface="Arial"/>
                <a:ea typeface="Arial"/>
                <a:cs typeface="Arial"/>
              </a:defRPr>
            </a:pPr>
            <a:r>
              <a:rPr sz="1125" b="1">
                <a:solidFill>
                  <a:srgbClr val="14866D"/>
                </a:solidFill>
                <a:latin typeface="Arial"/>
                <a:ea typeface="Arial"/>
                <a:cs typeface="Arial"/>
              </a:rPr>
              <a:t>工具面</a:t>
            </a:r>
          </a:p>
        </p:txBody>
      </p:sp>
      <p:sp>
        <p:nvSpPr>
          <p:cNvPr id="38" name="">
            <a:extLst xmlns:a="http://schemas.openxmlformats.org/drawingml/2006/main">
              <a:ext uri="{FF2B5EF4-FFF2-40B4-BE49-F238E27FC236}">
                <a16:creationId xmlns:a16="http://schemas.microsoft.com/office/drawing/2014/main" id="{FEFDE6E4-9892-44BE-82D4-17978EDB409B}"/>
              </a:ext>
            </a:extLst>
          </p:cNvPr>
          <p:cNvSpPr>
            <a:spLocks xmlns:a="http://schemas.openxmlformats.org/drawingml/2006/main" noGrp="1"/>
          </p:cNvSpPr>
          <p:nvPr/>
        </p:nvSpPr>
        <p:spPr>
          <a:xfrm xmlns:a="http://schemas.openxmlformats.org/drawingml/2006/main">
            <a:off x="4505325" y="439102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64748B"/>
                </a:solidFill>
                <a:latin typeface="Arial"/>
                <a:ea typeface="Arial"/>
                <a:cs typeface="Arial"/>
              </a:defRPr>
            </a:pPr>
            <a:r>
              <a:rPr sz="900" b="0">
                <a:solidFill>
                  <a:srgbClr val="64748B"/>
                </a:solidFill>
                <a:latin typeface="Arial"/>
                <a:ea typeface="Arial"/>
                <a:cs typeface="Arial"/>
              </a:rPr>
              <a:t>IDE · Shell · Git · 测试 · MCP</a:t>
            </a:r>
          </a:p>
        </p:txBody>
      </p:sp>
      <p:sp>
        <p:nvSpPr>
          <p:cNvPr id="39" name="">
            <a:extLst xmlns:a="http://schemas.openxmlformats.org/drawingml/2006/main">
              <a:ext uri="{FF2B5EF4-FFF2-40B4-BE49-F238E27FC236}">
                <a16:creationId xmlns:a16="http://schemas.microsoft.com/office/drawing/2014/main" id="{5DCCEBB4-642D-487E-8C05-E45528E8EAAA}"/>
              </a:ext>
            </a:extLst>
          </p:cNvPr>
          <p:cNvSpPr>
            <a:spLocks xmlns:a="http://schemas.openxmlformats.org/drawingml/2006/main" noGrp="1"/>
          </p:cNvSpPr>
          <p:nvPr/>
        </p:nvSpPr>
        <p:spPr>
          <a:xfrm xmlns:a="http://schemas.openxmlformats.org/drawingml/2006/main">
            <a:off x="8001000" y="4038600"/>
            <a:ext cx="3238500" cy="74295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9DEE5"/>
            </a:solidFill>
          </a:ln>
        </p:spPr>
      </p:sp>
      <p:sp>
        <p:nvSpPr>
          <p:cNvPr id="40" name="">
            <a:extLst xmlns:a="http://schemas.openxmlformats.org/drawingml/2006/main">
              <a:ext uri="{FF2B5EF4-FFF2-40B4-BE49-F238E27FC236}">
                <a16:creationId xmlns:a16="http://schemas.microsoft.com/office/drawing/2014/main" id="{3F039C47-D9FE-449B-9566-06A539BE5EFB}"/>
              </a:ext>
            </a:extLst>
          </p:cNvPr>
          <p:cNvSpPr>
            <a:spLocks xmlns:a="http://schemas.openxmlformats.org/drawingml/2006/main" noGrp="1"/>
          </p:cNvSpPr>
          <p:nvPr/>
        </p:nvSpPr>
        <p:spPr>
          <a:xfrm xmlns:a="http://schemas.openxmlformats.org/drawingml/2006/main">
            <a:off x="8001000" y="4038600"/>
            <a:ext cx="66675" cy="742950"/>
          </a:xfrm>
          <a:prstGeom xmlns:a="http://schemas.openxmlformats.org/drawingml/2006/main" prst="rect">
            <a:avLst/>
          </a:prstGeom>
          <a:solidFill xmlns:a="http://schemas.openxmlformats.org/drawingml/2006/main">
            <a:srgbClr val="C65D3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CCDD4D2-6880-4175-BF6A-673297217EE3}"/>
              </a:ext>
            </a:extLst>
          </p:cNvPr>
          <p:cNvSpPr>
            <a:spLocks xmlns:a="http://schemas.openxmlformats.org/drawingml/2006/main" noGrp="1"/>
          </p:cNvSpPr>
          <p:nvPr/>
        </p:nvSpPr>
        <p:spPr>
          <a:xfrm xmlns:a="http://schemas.openxmlformats.org/drawingml/2006/main">
            <a:off x="8172450" y="410527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C65D32"/>
                </a:solidFill>
                <a:latin typeface="Arial"/>
                <a:ea typeface="Arial"/>
                <a:cs typeface="Arial"/>
              </a:defRPr>
            </a:pPr>
            <a:r>
              <a:rPr sz="1125" b="1">
                <a:solidFill>
                  <a:srgbClr val="C65D32"/>
                </a:solidFill>
                <a:latin typeface="Arial"/>
                <a:ea typeface="Arial"/>
                <a:cs typeface="Arial"/>
              </a:rPr>
              <a:t>Harness 控制</a:t>
            </a:r>
          </a:p>
        </p:txBody>
      </p:sp>
      <p:sp>
        <p:nvSpPr>
          <p:cNvPr id="42" name="">
            <a:extLst xmlns:a="http://schemas.openxmlformats.org/drawingml/2006/main">
              <a:ext uri="{FF2B5EF4-FFF2-40B4-BE49-F238E27FC236}">
                <a16:creationId xmlns:a16="http://schemas.microsoft.com/office/drawing/2014/main" id="{C3C7F131-ED6F-4E0C-BBE0-2F5D2A16E59A}"/>
              </a:ext>
            </a:extLst>
          </p:cNvPr>
          <p:cNvSpPr>
            <a:spLocks xmlns:a="http://schemas.openxmlformats.org/drawingml/2006/main" noGrp="1"/>
          </p:cNvSpPr>
          <p:nvPr/>
        </p:nvSpPr>
        <p:spPr>
          <a:xfrm xmlns:a="http://schemas.openxmlformats.org/drawingml/2006/main">
            <a:off x="8172450" y="4391025"/>
            <a:ext cx="285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64748B"/>
                </a:solidFill>
                <a:latin typeface="Arial"/>
                <a:ea typeface="Arial"/>
                <a:cs typeface="Arial"/>
              </a:defRPr>
            </a:pPr>
            <a:r>
              <a:rPr sz="900" b="0">
                <a:solidFill>
                  <a:srgbClr val="64748B"/>
                </a:solidFill>
                <a:latin typeface="Arial"/>
                <a:ea typeface="Arial"/>
                <a:cs typeface="Arial"/>
              </a:rPr>
              <a:t>规则 · 权限 · 隔离 · 调度</a:t>
            </a:r>
          </a:p>
        </p:txBody>
      </p:sp>
      <p:sp>
        <p:nvSpPr>
          <p:cNvPr id="43" name="">
            <a:extLst xmlns:a="http://schemas.openxmlformats.org/drawingml/2006/main">
              <a:ext uri="{FF2B5EF4-FFF2-40B4-BE49-F238E27FC236}">
                <a16:creationId xmlns:a16="http://schemas.microsoft.com/office/drawing/2014/main" id="{71292160-E8D9-4544-BB80-0B31B3747AE5}"/>
              </a:ext>
            </a:extLst>
          </p:cNvPr>
          <p:cNvSpPr>
            <a:spLocks xmlns:a="http://schemas.openxmlformats.org/drawingml/2006/main" noGrp="1"/>
          </p:cNvSpPr>
          <p:nvPr/>
        </p:nvSpPr>
        <p:spPr>
          <a:xfrm xmlns:a="http://schemas.openxmlformats.org/drawingml/2006/main" flipH="1" flipV="0">
            <a:off x="2286000" y="3619500"/>
            <a:ext cx="2381250" cy="381000"/>
          </a:xfrm>
          <a:prstGeom xmlns:a="http://schemas.openxmlformats.org/drawingml/2006/main" prst="line">
            <a:avLst/>
          </a:prstGeom>
          <a:noFill xmlns:a="http://schemas.openxmlformats.org/drawingml/2006/main"/>
          <a:ln xmlns:a="http://schemas.openxmlformats.org/drawingml/2006/main" w="14288">
            <a:solidFill>
              <a:srgbClr val="315EF6"/>
            </a:solidFill>
          </a:ln>
        </p:spPr>
      </p:sp>
      <p:sp>
        <p:nvSpPr>
          <p:cNvPr id="44" name="">
            <a:extLst xmlns:a="http://schemas.openxmlformats.org/drawingml/2006/main">
              <a:ext uri="{FF2B5EF4-FFF2-40B4-BE49-F238E27FC236}">
                <a16:creationId xmlns:a16="http://schemas.microsoft.com/office/drawing/2014/main" id="{1E6DA980-F5A8-4FFB-B030-76C5B811B843}"/>
              </a:ext>
            </a:extLst>
          </p:cNvPr>
          <p:cNvSpPr>
            <a:spLocks xmlns:a="http://schemas.openxmlformats.org/drawingml/2006/main" noGrp="1"/>
          </p:cNvSpPr>
          <p:nvPr/>
        </p:nvSpPr>
        <p:spPr>
          <a:xfrm xmlns:a="http://schemas.openxmlformats.org/drawingml/2006/main" flipH="1" flipV="0">
            <a:off x="5953125" y="3619500"/>
            <a:ext cx="142875" cy="381000"/>
          </a:xfrm>
          <a:prstGeom xmlns:a="http://schemas.openxmlformats.org/drawingml/2006/main" prst="line">
            <a:avLst/>
          </a:prstGeom>
          <a:noFill xmlns:a="http://schemas.openxmlformats.org/drawingml/2006/main"/>
          <a:ln xmlns:a="http://schemas.openxmlformats.org/drawingml/2006/main" w="14288">
            <a:solidFill>
              <a:srgbClr val="14866D"/>
            </a:solidFill>
          </a:ln>
        </p:spPr>
      </p:sp>
      <p:sp>
        <p:nvSpPr>
          <p:cNvPr id="45" name="">
            <a:extLst xmlns:a="http://schemas.openxmlformats.org/drawingml/2006/main">
              <a:ext uri="{FF2B5EF4-FFF2-40B4-BE49-F238E27FC236}">
                <a16:creationId xmlns:a16="http://schemas.microsoft.com/office/drawing/2014/main" id="{BEFB8C2E-A054-4D08-ACA5-1E4674AC5475}"/>
              </a:ext>
            </a:extLst>
          </p:cNvPr>
          <p:cNvSpPr>
            <a:spLocks xmlns:a="http://schemas.openxmlformats.org/drawingml/2006/main" noGrp="1"/>
          </p:cNvSpPr>
          <p:nvPr/>
        </p:nvSpPr>
        <p:spPr>
          <a:xfrm xmlns:a="http://schemas.openxmlformats.org/drawingml/2006/main" flipH="0" flipV="0">
            <a:off x="7524750" y="3619500"/>
            <a:ext cx="2095500" cy="381000"/>
          </a:xfrm>
          <a:prstGeom xmlns:a="http://schemas.openxmlformats.org/drawingml/2006/main" prst="line">
            <a:avLst/>
          </a:prstGeom>
          <a:noFill xmlns:a="http://schemas.openxmlformats.org/drawingml/2006/main"/>
          <a:ln xmlns:a="http://schemas.openxmlformats.org/drawingml/2006/main" w="14288">
            <a:solidFill>
              <a:srgbClr val="C65D32"/>
            </a:solidFill>
          </a:ln>
        </p:spPr>
      </p:sp>
      <p:sp>
        <p:nvSpPr>
          <p:cNvPr id="46" name="">
            <a:extLst xmlns:a="http://schemas.openxmlformats.org/drawingml/2006/main">
              <a:ext uri="{FF2B5EF4-FFF2-40B4-BE49-F238E27FC236}">
                <a16:creationId xmlns:a16="http://schemas.microsoft.com/office/drawing/2014/main" id="{BDD3C358-D160-4F83-B76D-3D9547094126}"/>
              </a:ext>
            </a:extLst>
          </p:cNvPr>
          <p:cNvSpPr>
            <a:spLocks xmlns:a="http://schemas.openxmlformats.org/drawingml/2006/main" noGrp="1"/>
          </p:cNvSpPr>
          <p:nvPr/>
        </p:nvSpPr>
        <p:spPr>
          <a:xfrm xmlns:a="http://schemas.openxmlformats.org/drawingml/2006/main">
            <a:off x="2628900" y="5010150"/>
            <a:ext cx="6934200" cy="409575"/>
          </a:xfrm>
          <a:prstGeom xmlns:a="http://schemas.openxmlformats.org/drawingml/2006/main" prst="roundRect">
            <a:avLst>
              <a:gd name="adj" fmla="val 18605"/>
            </a:avLst>
          </a:prstGeom>
          <a:solidFill xmlns:a="http://schemas.openxmlformats.org/drawingml/2006/main">
            <a:srgbClr val="E6F3EF"/>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8B6B240-B743-4FE0-AA45-ECDE0527B01C}"/>
              </a:ext>
            </a:extLst>
          </p:cNvPr>
          <p:cNvSpPr>
            <a:spLocks xmlns:a="http://schemas.openxmlformats.org/drawingml/2006/main" noGrp="1"/>
          </p:cNvSpPr>
          <p:nvPr/>
        </p:nvSpPr>
        <p:spPr>
          <a:xfrm xmlns:a="http://schemas.openxmlformats.org/drawingml/2006/main">
            <a:off x="2800350" y="5067300"/>
            <a:ext cx="6591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050" b="1">
                <a:solidFill>
                  <a:srgbClr val="14866D"/>
                </a:solidFill>
                <a:latin typeface="Arial"/>
                <a:ea typeface="Arial"/>
                <a:cs typeface="Arial"/>
              </a:defRPr>
            </a:pPr>
            <a:r>
              <a:rPr sz="1050" b="1">
                <a:solidFill>
                  <a:srgbClr val="14866D"/>
                </a:solidFill>
                <a:latin typeface="Arial"/>
                <a:ea typeface="Arial"/>
                <a:cs typeface="Arial"/>
              </a:rPr>
              <a:t>机器裁判与观测：测试 · 代码评审 · 任务指标 · 可追溯会话</a:t>
            </a:r>
          </a:p>
        </p:txBody>
      </p:sp>
      <p:sp>
        <p:nvSpPr>
          <p:cNvPr id="48" name="">
            <a:extLst xmlns:a="http://schemas.openxmlformats.org/drawingml/2006/main">
              <a:ext uri="{FF2B5EF4-FFF2-40B4-BE49-F238E27FC236}">
                <a16:creationId xmlns:a16="http://schemas.microsoft.com/office/drawing/2014/main" id="{52EF480D-1AE3-4658-AAD3-A0D554A9C933}"/>
              </a:ext>
            </a:extLst>
          </p:cNvPr>
          <p:cNvSpPr>
            <a:spLocks xmlns:a="http://schemas.openxmlformats.org/drawingml/2006/main" noGrp="1"/>
          </p:cNvSpPr>
          <p:nvPr/>
        </p:nvSpPr>
        <p:spPr>
          <a:xfrm xmlns:a="http://schemas.openxmlformats.org/drawingml/2006/main" flipH="0" flipV="0">
            <a:off x="6096000" y="4781550"/>
            <a:ext cx="95" cy="200025"/>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49" name="">
            <a:extLst xmlns:a="http://schemas.openxmlformats.org/drawingml/2006/main">
              <a:ext uri="{FF2B5EF4-FFF2-40B4-BE49-F238E27FC236}">
                <a16:creationId xmlns:a16="http://schemas.microsoft.com/office/drawing/2014/main" id="{344551EB-78A7-4293-8A8C-E805306518B2}"/>
              </a:ext>
            </a:extLst>
          </p:cNvPr>
          <p:cNvSpPr>
            <a:spLocks xmlns:a="http://schemas.openxmlformats.org/drawingml/2006/main" noGrp="1"/>
          </p:cNvSpPr>
          <p:nvPr/>
        </p:nvSpPr>
        <p:spPr>
          <a:xfrm xmlns:a="http://schemas.openxmlformats.org/drawingml/2006/main">
            <a:off x="857250" y="5715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125" b="1">
                <a:solidFill>
                  <a:srgbClr val="152338"/>
                </a:solidFill>
                <a:latin typeface="Arial"/>
                <a:ea typeface="Arial"/>
                <a:cs typeface="Arial"/>
              </a:defRPr>
            </a:pPr>
            <a:r>
              <a:rPr sz="1125" b="1">
                <a:solidFill>
                  <a:srgbClr val="152338"/>
                </a:solidFill>
                <a:latin typeface="Arial"/>
                <a:ea typeface="Arial"/>
                <a:cs typeface="Arial"/>
              </a:rPr>
              <a:t>工程实践反复强调：结构化上下文  ·  自动验收  ·  持续修正循环</a:t>
            </a:r>
          </a:p>
        </p:txBody>
      </p:sp>
      <p:sp>
        <p:nvSpPr>
          <p:cNvPr id="50" name="">
            <a:extLst xmlns:a="http://schemas.openxmlformats.org/drawingml/2006/main">
              <a:ext uri="{FF2B5EF4-FFF2-40B4-BE49-F238E27FC236}">
                <a16:creationId xmlns:a16="http://schemas.microsoft.com/office/drawing/2014/main" id="{B5C8F2E6-7A5E-4A70-8AAF-2C089A91426A}"/>
              </a:ext>
            </a:extLst>
          </p:cNvPr>
          <p:cNvSpPr>
            <a:spLocks xmlns:a="http://schemas.openxmlformats.org/drawingml/2006/main" noGrp="1"/>
          </p:cNvSpPr>
          <p:nvPr/>
        </p:nvSpPr>
        <p:spPr>
          <a:xfrm xmlns:a="http://schemas.openxmlformats.org/drawingml/2006/main">
            <a:off x="1238250" y="6010275"/>
            <a:ext cx="9715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0">
                <a:solidFill>
                  <a:srgbClr val="64748B"/>
                </a:solidFill>
                <a:latin typeface="Arial"/>
                <a:ea typeface="Arial"/>
                <a:cs typeface="Arial"/>
              </a:defRPr>
            </a:pPr>
            <a:r>
              <a:rPr sz="750" b="0">
                <a:solidFill>
                  <a:srgbClr val="64748B"/>
                </a:solidFill>
                <a:latin typeface="Arial"/>
                <a:ea typeface="Arial"/>
                <a:cs typeface="Arial"/>
              </a:rPr>
              <a:t>OpenAI Harness Engineering  ·  Bun Rust 迁移  ·  Anthropic 迁移方法（个案与来源见附录）</a:t>
            </a:r>
          </a:p>
        </p:txBody>
      </p:sp>
    </p:spTree>
    <p:extLst>
      <p:ext uri="{BB962C8B-B14F-4D97-AF65-F5344CB8AC3E}">
        <p14:creationId xmlns:p14="http://schemas.microsoft.com/office/powerpoint/2010/main" val="1644683273"/>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AA19D9E8-44E1-42A7-BCC1-98C440103D49}"/>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03 · ARCHGRAPH 的位置</a:t>
            </a:r>
          </a:p>
        </p:txBody>
      </p:sp>
      <p:sp>
        <p:nvSpPr>
          <p:cNvPr id="2" name="">
            <a:extLst xmlns:a="http://schemas.openxmlformats.org/drawingml/2006/main">
              <a:ext uri="{FF2B5EF4-FFF2-40B4-BE49-F238E27FC236}">
                <a16:creationId xmlns:a16="http://schemas.microsoft.com/office/drawing/2014/main" id="{472FF999-F336-4F3C-8629-74B4803359B2}"/>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ArchGraph 把“项目知识”变成 Agent 可读写、可治理、可验证的架构</a:t>
            </a:r>
          </a:p>
        </p:txBody>
      </p:sp>
      <p:sp>
        <p:nvSpPr>
          <p:cNvPr id="3" name="">
            <a:extLst xmlns:a="http://schemas.openxmlformats.org/drawingml/2006/main">
              <a:ext uri="{FF2B5EF4-FFF2-40B4-BE49-F238E27FC236}">
                <a16:creationId xmlns:a16="http://schemas.microsoft.com/office/drawing/2014/main" id="{ED1D330F-3F34-4708-A379-5E4545E1A045}"/>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在通用 Coding Agent 框架之上增加共享语义层与知识生命周期治理</a:t>
            </a:r>
          </a:p>
        </p:txBody>
      </p:sp>
      <p:sp>
        <p:nvSpPr>
          <p:cNvPr id="4" name="">
            <a:extLst xmlns:a="http://schemas.openxmlformats.org/drawingml/2006/main">
              <a:ext uri="{FF2B5EF4-FFF2-40B4-BE49-F238E27FC236}">
                <a16:creationId xmlns:a16="http://schemas.microsoft.com/office/drawing/2014/main" id="{83A5D9E2-DF94-450C-AEB6-E42B8F400380}"/>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24BC6C32-3738-4427-A636-DBCC369C6D3E}"/>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03</a:t>
            </a:r>
          </a:p>
        </p:txBody>
      </p:sp>
      <p:sp>
        <p:nvSpPr>
          <p:cNvPr id="6" name="">
            <a:extLst xmlns:a="http://schemas.openxmlformats.org/drawingml/2006/main">
              <a:ext uri="{FF2B5EF4-FFF2-40B4-BE49-F238E27FC236}">
                <a16:creationId xmlns:a16="http://schemas.microsoft.com/office/drawing/2014/main" id="{319F8665-308B-43E3-9347-6BE321B7AA27}"/>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02495EB9-D7A1-4185-B807-BDAADFC38598}"/>
              </a:ext>
            </a:extLst>
          </p:cNvPr>
          <p:cNvSpPr>
            <a:spLocks xmlns:a="http://schemas.openxmlformats.org/drawingml/2006/main" noGrp="1"/>
          </p:cNvSpPr>
          <p:nvPr/>
        </p:nvSpPr>
        <p:spPr>
          <a:xfrm xmlns:a="http://schemas.openxmlformats.org/drawingml/2006/main">
            <a:off x="685800" y="2114550"/>
            <a:ext cx="2381250" cy="695325"/>
          </a:xfrm>
          <a:prstGeom xmlns:a="http://schemas.openxmlformats.org/drawingml/2006/main" prst="roundRect">
            <a:avLst>
              <a:gd name="adj" fmla="val 13699"/>
            </a:avLst>
          </a:prstGeom>
          <a:solidFill xmlns:a="http://schemas.openxmlformats.org/drawingml/2006/main">
            <a:srgbClr val="15233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03C934-1D9E-4151-8BA1-063E6573D998}"/>
              </a:ext>
            </a:extLst>
          </p:cNvPr>
          <p:cNvSpPr>
            <a:spLocks xmlns:a="http://schemas.openxmlformats.org/drawingml/2006/main" noGrp="1"/>
          </p:cNvSpPr>
          <p:nvPr/>
        </p:nvSpPr>
        <p:spPr>
          <a:xfrm xmlns:a="http://schemas.openxmlformats.org/drawingml/2006/main">
            <a:off x="800100" y="2219325"/>
            <a:ext cx="2152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人类专家</a:t>
            </a:r>
          </a:p>
        </p:txBody>
      </p:sp>
      <p:sp>
        <p:nvSpPr>
          <p:cNvPr id="9" name="">
            <a:extLst xmlns:a="http://schemas.openxmlformats.org/drawingml/2006/main">
              <a:ext uri="{FF2B5EF4-FFF2-40B4-BE49-F238E27FC236}">
                <a16:creationId xmlns:a16="http://schemas.microsoft.com/office/drawing/2014/main" id="{FC3E6276-C970-4FC3-A2BE-C4BDCF5DD7BF}"/>
              </a:ext>
            </a:extLst>
          </p:cNvPr>
          <p:cNvSpPr>
            <a:spLocks xmlns:a="http://schemas.openxmlformats.org/drawingml/2006/main" noGrp="1"/>
          </p:cNvSpPr>
          <p:nvPr/>
        </p:nvSpPr>
        <p:spPr>
          <a:xfrm xmlns:a="http://schemas.openxmlformats.org/drawingml/2006/main">
            <a:off x="781050" y="2505075"/>
            <a:ext cx="2190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D2DCE7"/>
                </a:solidFill>
                <a:latin typeface="Arial"/>
                <a:ea typeface="Arial"/>
                <a:cs typeface="Arial"/>
              </a:defRPr>
            </a:pPr>
            <a:r>
              <a:rPr sz="900" b="0">
                <a:solidFill>
                  <a:srgbClr val="D2DCE7"/>
                </a:solidFill>
                <a:latin typeface="Arial"/>
                <a:ea typeface="Arial"/>
                <a:cs typeface="Arial"/>
              </a:rPr>
              <a:t>写意图 · 维护领域语义</a:t>
            </a:r>
          </a:p>
        </p:txBody>
      </p:sp>
      <p:sp>
        <p:nvSpPr>
          <p:cNvPr id="10" name="">
            <a:extLst xmlns:a="http://schemas.openxmlformats.org/drawingml/2006/main">
              <a:ext uri="{FF2B5EF4-FFF2-40B4-BE49-F238E27FC236}">
                <a16:creationId xmlns:a16="http://schemas.microsoft.com/office/drawing/2014/main" id="{25DBB4DD-718D-494F-9EF7-281673509459}"/>
              </a:ext>
            </a:extLst>
          </p:cNvPr>
          <p:cNvSpPr>
            <a:spLocks xmlns:a="http://schemas.openxmlformats.org/drawingml/2006/main" noGrp="1"/>
          </p:cNvSpPr>
          <p:nvPr/>
        </p:nvSpPr>
        <p:spPr>
          <a:xfrm xmlns:a="http://schemas.openxmlformats.org/drawingml/2006/main">
            <a:off x="9124950" y="2114550"/>
            <a:ext cx="2381250" cy="695325"/>
          </a:xfrm>
          <a:prstGeom xmlns:a="http://schemas.openxmlformats.org/drawingml/2006/main" prst="roundRect">
            <a:avLst>
              <a:gd name="adj" fmla="val 13699"/>
            </a:avLst>
          </a:prstGeom>
          <a:solidFill xmlns:a="http://schemas.openxmlformats.org/drawingml/2006/main">
            <a:srgbClr val="14866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0C636AA-B577-4B1A-BCA0-0C120973F930}"/>
              </a:ext>
            </a:extLst>
          </p:cNvPr>
          <p:cNvSpPr>
            <a:spLocks xmlns:a="http://schemas.openxmlformats.org/drawingml/2006/main" noGrp="1"/>
          </p:cNvSpPr>
          <p:nvPr/>
        </p:nvSpPr>
        <p:spPr>
          <a:xfrm xmlns:a="http://schemas.openxmlformats.org/drawingml/2006/main">
            <a:off x="9239250" y="2219325"/>
            <a:ext cx="2152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Coding Agent</a:t>
            </a:r>
          </a:p>
        </p:txBody>
      </p:sp>
      <p:sp>
        <p:nvSpPr>
          <p:cNvPr id="12" name="">
            <a:extLst xmlns:a="http://schemas.openxmlformats.org/drawingml/2006/main">
              <a:ext uri="{FF2B5EF4-FFF2-40B4-BE49-F238E27FC236}">
                <a16:creationId xmlns:a16="http://schemas.microsoft.com/office/drawing/2014/main" id="{E0A46507-4899-4C24-AEFB-D9A8BCF46585}"/>
              </a:ext>
            </a:extLst>
          </p:cNvPr>
          <p:cNvSpPr>
            <a:spLocks xmlns:a="http://schemas.openxmlformats.org/drawingml/2006/main" noGrp="1"/>
          </p:cNvSpPr>
          <p:nvPr/>
        </p:nvSpPr>
        <p:spPr>
          <a:xfrm xmlns:a="http://schemas.openxmlformats.org/drawingml/2006/main">
            <a:off x="9239250" y="2505075"/>
            <a:ext cx="21526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E1F0EB"/>
                </a:solidFill>
                <a:latin typeface="Arial"/>
                <a:ea typeface="Arial"/>
                <a:cs typeface="Arial"/>
              </a:defRPr>
            </a:pPr>
            <a:r>
              <a:rPr sz="900" b="0">
                <a:solidFill>
                  <a:srgbClr val="E1F0EB"/>
                </a:solidFill>
                <a:latin typeface="Arial"/>
                <a:ea typeface="Arial"/>
                <a:cs typeface="Arial"/>
              </a:rPr>
              <a:t>读上下文 · 执行动作 · 写证据</a:t>
            </a:r>
          </a:p>
        </p:txBody>
      </p:sp>
      <p:sp>
        <p:nvSpPr>
          <p:cNvPr id="13" name="">
            <a:extLst xmlns:a="http://schemas.openxmlformats.org/drawingml/2006/main">
              <a:ext uri="{FF2B5EF4-FFF2-40B4-BE49-F238E27FC236}">
                <a16:creationId xmlns:a16="http://schemas.microsoft.com/office/drawing/2014/main" id="{DB978E40-A204-47FF-B8C7-B96BE752F795}"/>
              </a:ext>
            </a:extLst>
          </p:cNvPr>
          <p:cNvSpPr>
            <a:spLocks xmlns:a="http://schemas.openxmlformats.org/drawingml/2006/main" noGrp="1"/>
          </p:cNvSpPr>
          <p:nvPr/>
        </p:nvSpPr>
        <p:spPr>
          <a:xfrm xmlns:a="http://schemas.openxmlformats.org/drawingml/2006/main">
            <a:off x="4105275" y="1933575"/>
            <a:ext cx="3981450" cy="552450"/>
          </a:xfrm>
          <a:prstGeom xmlns:a="http://schemas.openxmlformats.org/drawingml/2006/main" prst="roundRect">
            <a:avLst>
              <a:gd name="adj" fmla="val 15517"/>
            </a:avLst>
          </a:prstGeom>
          <a:solidFill xmlns:a="http://schemas.openxmlformats.org/drawingml/2006/main">
            <a:srgbClr val="E8EDFF"/>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4A70A70-04AB-4BC8-A597-0488F4555625}"/>
              </a:ext>
            </a:extLst>
          </p:cNvPr>
          <p:cNvSpPr>
            <a:spLocks xmlns:a="http://schemas.openxmlformats.org/drawingml/2006/main" noGrp="1"/>
          </p:cNvSpPr>
          <p:nvPr/>
        </p:nvSpPr>
        <p:spPr>
          <a:xfrm xmlns:a="http://schemas.openxmlformats.org/drawingml/2006/main">
            <a:off x="4219575" y="1981200"/>
            <a:ext cx="3752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200" b="1">
                <a:solidFill>
                  <a:srgbClr val="315EF6"/>
                </a:solidFill>
                <a:latin typeface="Arial"/>
                <a:ea typeface="Arial"/>
                <a:cs typeface="Arial"/>
              </a:defRPr>
            </a:pPr>
            <a:r>
              <a:rPr sz="1200" b="1">
                <a:solidFill>
                  <a:srgbClr val="315EF6"/>
                </a:solidFill>
                <a:latin typeface="Arial"/>
                <a:ea typeface="Arial"/>
                <a:cs typeface="Arial"/>
              </a:rPr>
              <a:t>可插拔本体 / Schema</a:t>
            </a:r>
          </a:p>
        </p:txBody>
      </p:sp>
      <p:sp>
        <p:nvSpPr>
          <p:cNvPr id="15" name="">
            <a:extLst xmlns:a="http://schemas.openxmlformats.org/drawingml/2006/main">
              <a:ext uri="{FF2B5EF4-FFF2-40B4-BE49-F238E27FC236}">
                <a16:creationId xmlns:a16="http://schemas.microsoft.com/office/drawing/2014/main" id="{ABABB711-B052-452D-9853-D89DA4910D17}"/>
              </a:ext>
            </a:extLst>
          </p:cNvPr>
          <p:cNvSpPr>
            <a:spLocks xmlns:a="http://schemas.openxmlformats.org/drawingml/2006/main" noGrp="1"/>
          </p:cNvSpPr>
          <p:nvPr/>
        </p:nvSpPr>
        <p:spPr>
          <a:xfrm xmlns:a="http://schemas.openxmlformats.org/drawingml/2006/main">
            <a:off x="4219575" y="2209800"/>
            <a:ext cx="3752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0">
                <a:solidFill>
                  <a:srgbClr val="64748B"/>
                </a:solidFill>
                <a:latin typeface="Arial"/>
                <a:ea typeface="Arial"/>
                <a:cs typeface="Arial"/>
              </a:defRPr>
            </a:pPr>
            <a:r>
              <a:rPr sz="900" b="0">
                <a:solidFill>
                  <a:srgbClr val="64748B"/>
                </a:solidFill>
                <a:latin typeface="Arial"/>
                <a:ea typeface="Arial"/>
                <a:cs typeface="Arial"/>
              </a:rPr>
              <a:t>定义共享词汇、关系与约束</a:t>
            </a:r>
          </a:p>
        </p:txBody>
      </p:sp>
      <p:sp>
        <p:nvSpPr>
          <p:cNvPr id="16" name="">
            <a:extLst xmlns:a="http://schemas.openxmlformats.org/drawingml/2006/main">
              <a:ext uri="{FF2B5EF4-FFF2-40B4-BE49-F238E27FC236}">
                <a16:creationId xmlns:a16="http://schemas.microsoft.com/office/drawing/2014/main" id="{56F2FB4A-4B17-43A0-A786-015FCC899EBC}"/>
              </a:ext>
            </a:extLst>
          </p:cNvPr>
          <p:cNvSpPr>
            <a:spLocks xmlns:a="http://schemas.openxmlformats.org/drawingml/2006/main" noGrp="1"/>
          </p:cNvSpPr>
          <p:nvPr/>
        </p:nvSpPr>
        <p:spPr>
          <a:xfrm xmlns:a="http://schemas.openxmlformats.org/drawingml/2006/main" flipH="0" flipV="1">
            <a:off x="3067050" y="2209800"/>
            <a:ext cx="1038225" cy="209550"/>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17" name="">
            <a:extLst xmlns:a="http://schemas.openxmlformats.org/drawingml/2006/main">
              <a:ext uri="{FF2B5EF4-FFF2-40B4-BE49-F238E27FC236}">
                <a16:creationId xmlns:a16="http://schemas.microsoft.com/office/drawing/2014/main" id="{69B8BC01-6855-4B5C-8A9C-BDF711F258F5}"/>
              </a:ext>
            </a:extLst>
          </p:cNvPr>
          <p:cNvSpPr>
            <a:spLocks xmlns:a="http://schemas.openxmlformats.org/drawingml/2006/main" noGrp="1"/>
          </p:cNvSpPr>
          <p:nvPr/>
        </p:nvSpPr>
        <p:spPr>
          <a:xfrm xmlns:a="http://schemas.openxmlformats.org/drawingml/2006/main" flipH="0" flipV="0">
            <a:off x="8086725" y="2209800"/>
            <a:ext cx="1038225" cy="209550"/>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18" name="">
            <a:extLst xmlns:a="http://schemas.openxmlformats.org/drawingml/2006/main">
              <a:ext uri="{FF2B5EF4-FFF2-40B4-BE49-F238E27FC236}">
                <a16:creationId xmlns:a16="http://schemas.microsoft.com/office/drawing/2014/main" id="{35F63CC2-18FB-496E-92FC-BA700D4D9A1B}"/>
              </a:ext>
            </a:extLst>
          </p:cNvPr>
          <p:cNvSpPr>
            <a:spLocks xmlns:a="http://schemas.openxmlformats.org/drawingml/2006/main" noGrp="1"/>
          </p:cNvSpPr>
          <p:nvPr/>
        </p:nvSpPr>
        <p:spPr>
          <a:xfrm xmlns:a="http://schemas.openxmlformats.org/drawingml/2006/main">
            <a:off x="3648075" y="2962275"/>
            <a:ext cx="4895850" cy="866775"/>
          </a:xfrm>
          <a:prstGeom xmlns:a="http://schemas.openxmlformats.org/drawingml/2006/main" prst="roundRect">
            <a:avLst>
              <a:gd name="adj" fmla="val 12088"/>
            </a:avLst>
          </a:prstGeom>
          <a:solidFill xmlns:a="http://schemas.openxmlformats.org/drawingml/2006/main">
            <a:srgbClr val="FFFFFF"/>
          </a:solidFill>
          <a:ln xmlns:a="http://schemas.openxmlformats.org/drawingml/2006/main" w="9525">
            <a:solidFill>
              <a:srgbClr val="D9DEE5"/>
            </a:solidFill>
          </a:ln>
        </p:spPr>
      </p:sp>
      <p:sp>
        <p:nvSpPr>
          <p:cNvPr id="19" name="">
            <a:extLst xmlns:a="http://schemas.openxmlformats.org/drawingml/2006/main">
              <a:ext uri="{FF2B5EF4-FFF2-40B4-BE49-F238E27FC236}">
                <a16:creationId xmlns:a16="http://schemas.microsoft.com/office/drawing/2014/main" id="{F6C41BCD-9323-495A-B478-B413B974661F}"/>
              </a:ext>
            </a:extLst>
          </p:cNvPr>
          <p:cNvSpPr>
            <a:spLocks xmlns:a="http://schemas.openxmlformats.org/drawingml/2006/main" noGrp="1"/>
          </p:cNvSpPr>
          <p:nvPr/>
        </p:nvSpPr>
        <p:spPr>
          <a:xfrm xmlns:a="http://schemas.openxmlformats.org/drawingml/2006/main">
            <a:off x="3648075" y="2962275"/>
            <a:ext cx="76200" cy="866775"/>
          </a:xfrm>
          <a:prstGeom xmlns:a="http://schemas.openxmlformats.org/drawingml/2006/main" prst="rect">
            <a:avLst/>
          </a:prstGeom>
          <a:solidFill xmlns:a="http://schemas.openxmlformats.org/drawingml/2006/main">
            <a:srgbClr val="315EF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9F6B485-8939-499A-B5D8-42348CAD2FB9}"/>
              </a:ext>
            </a:extLst>
          </p:cNvPr>
          <p:cNvSpPr>
            <a:spLocks xmlns:a="http://schemas.openxmlformats.org/drawingml/2006/main" noGrp="1"/>
          </p:cNvSpPr>
          <p:nvPr/>
        </p:nvSpPr>
        <p:spPr>
          <a:xfrm xmlns:a="http://schemas.openxmlformats.org/drawingml/2006/main">
            <a:off x="3876675" y="3057525"/>
            <a:ext cx="4438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350" b="1">
                <a:solidFill>
                  <a:srgbClr val="152338"/>
                </a:solidFill>
                <a:latin typeface="Arial"/>
                <a:ea typeface="Arial"/>
                <a:cs typeface="Arial"/>
              </a:defRPr>
            </a:pPr>
            <a:r>
              <a:rPr sz="1350" b="1">
                <a:solidFill>
                  <a:srgbClr val="152338"/>
                </a:solidFill>
                <a:latin typeface="Arial"/>
                <a:ea typeface="Arial"/>
                <a:cs typeface="Arial"/>
              </a:rPr>
              <a:t>项目意图图谱 · 项目唯一事实源</a:t>
            </a:r>
          </a:p>
        </p:txBody>
      </p:sp>
      <p:sp>
        <p:nvSpPr>
          <p:cNvPr id="21" name="">
            <a:extLst xmlns:a="http://schemas.openxmlformats.org/drawingml/2006/main">
              <a:ext uri="{FF2B5EF4-FFF2-40B4-BE49-F238E27FC236}">
                <a16:creationId xmlns:a16="http://schemas.microsoft.com/office/drawing/2014/main" id="{FF0D7D28-E929-48C4-9238-EB91CB598237}"/>
              </a:ext>
            </a:extLst>
          </p:cNvPr>
          <p:cNvSpPr>
            <a:spLocks xmlns:a="http://schemas.openxmlformats.org/drawingml/2006/main" noGrp="1"/>
          </p:cNvSpPr>
          <p:nvPr/>
        </p:nvSpPr>
        <p:spPr>
          <a:xfrm xmlns:a="http://schemas.openxmlformats.org/drawingml/2006/main">
            <a:off x="3876675" y="3362325"/>
            <a:ext cx="443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0">
                <a:solidFill>
                  <a:srgbClr val="64748B"/>
                </a:solidFill>
                <a:latin typeface="Arial"/>
                <a:ea typeface="Arial"/>
                <a:cs typeface="Arial"/>
              </a:defRPr>
            </a:pPr>
            <a:r>
              <a:rPr sz="975" b="0">
                <a:solidFill>
                  <a:srgbClr val="64748B"/>
                </a:solidFill>
                <a:latin typeface="Arial"/>
                <a:ea typeface="Arial"/>
                <a:cs typeface="Arial"/>
              </a:rPr>
              <a:t>目标 / 决策 / 架构 / 状态 / 指标 / 验收 / 证据</a:t>
            </a:r>
          </a:p>
        </p:txBody>
      </p:sp>
      <p:sp>
        <p:nvSpPr>
          <p:cNvPr id="22" name="">
            <a:extLst xmlns:a="http://schemas.openxmlformats.org/drawingml/2006/main">
              <a:ext uri="{FF2B5EF4-FFF2-40B4-BE49-F238E27FC236}">
                <a16:creationId xmlns:a16="http://schemas.microsoft.com/office/drawing/2014/main" id="{A81F4ECF-BBCC-4F9C-8F44-2359476679D9}"/>
              </a:ext>
            </a:extLst>
          </p:cNvPr>
          <p:cNvSpPr>
            <a:spLocks xmlns:a="http://schemas.openxmlformats.org/drawingml/2006/main" noGrp="1"/>
          </p:cNvSpPr>
          <p:nvPr/>
        </p:nvSpPr>
        <p:spPr>
          <a:xfrm xmlns:a="http://schemas.openxmlformats.org/drawingml/2006/main" flipH="0" flipV="0">
            <a:off x="1876425" y="2809875"/>
            <a:ext cx="2600325" cy="152400"/>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3" name="">
            <a:extLst xmlns:a="http://schemas.openxmlformats.org/drawingml/2006/main">
              <a:ext uri="{FF2B5EF4-FFF2-40B4-BE49-F238E27FC236}">
                <a16:creationId xmlns:a16="http://schemas.microsoft.com/office/drawing/2014/main" id="{74D28197-6E4D-4748-AA3D-E7FF4016A9C2}"/>
              </a:ext>
            </a:extLst>
          </p:cNvPr>
          <p:cNvSpPr>
            <a:spLocks xmlns:a="http://schemas.openxmlformats.org/drawingml/2006/main" noGrp="1"/>
          </p:cNvSpPr>
          <p:nvPr/>
        </p:nvSpPr>
        <p:spPr>
          <a:xfrm xmlns:a="http://schemas.openxmlformats.org/drawingml/2006/main" flipH="1" flipV="0">
            <a:off x="7715250" y="2809875"/>
            <a:ext cx="2600325" cy="152400"/>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24" name="">
            <a:extLst xmlns:a="http://schemas.openxmlformats.org/drawingml/2006/main">
              <a:ext uri="{FF2B5EF4-FFF2-40B4-BE49-F238E27FC236}">
                <a16:creationId xmlns:a16="http://schemas.microsoft.com/office/drawing/2014/main" id="{BD35FB87-C3F2-4274-A1E5-A1EE1FBD9A2F}"/>
              </a:ext>
            </a:extLst>
          </p:cNvPr>
          <p:cNvSpPr>
            <a:spLocks xmlns:a="http://schemas.openxmlformats.org/drawingml/2006/main" noGrp="1"/>
          </p:cNvSpPr>
          <p:nvPr/>
        </p:nvSpPr>
        <p:spPr>
          <a:xfrm xmlns:a="http://schemas.openxmlformats.org/drawingml/2006/main">
            <a:off x="609600" y="4152900"/>
            <a:ext cx="3505200" cy="7239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9525">
            <a:solidFill>
              <a:srgbClr val="D9DEE5"/>
            </a:solidFill>
          </a:ln>
        </p:spPr>
      </p:sp>
      <p:sp>
        <p:nvSpPr>
          <p:cNvPr id="25" name="">
            <a:extLst xmlns:a="http://schemas.openxmlformats.org/drawingml/2006/main">
              <a:ext uri="{FF2B5EF4-FFF2-40B4-BE49-F238E27FC236}">
                <a16:creationId xmlns:a16="http://schemas.microsoft.com/office/drawing/2014/main" id="{CE4DC129-29FA-44A4-ACD1-125F01FE0D05}"/>
              </a:ext>
            </a:extLst>
          </p:cNvPr>
          <p:cNvSpPr>
            <a:spLocks xmlns:a="http://schemas.openxmlformats.org/drawingml/2006/main" noGrp="1"/>
          </p:cNvSpPr>
          <p:nvPr/>
        </p:nvSpPr>
        <p:spPr>
          <a:xfrm xmlns:a="http://schemas.openxmlformats.org/drawingml/2006/main">
            <a:off x="723900" y="4276725"/>
            <a:ext cx="381000" cy="238125"/>
          </a:xfrm>
          <a:prstGeom xmlns:a="http://schemas.openxmlformats.org/drawingml/2006/main" prst="roundRect">
            <a:avLst>
              <a:gd name="adj" fmla="val 48000"/>
            </a:avLst>
          </a:prstGeom>
          <a:solidFill xmlns:a="http://schemas.openxmlformats.org/drawingml/2006/main">
            <a:srgbClr val="315E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E09B452-E405-4DDF-8CF2-2231AB88C9B7}"/>
              </a:ext>
            </a:extLst>
          </p:cNvPr>
          <p:cNvSpPr>
            <a:spLocks xmlns:a="http://schemas.openxmlformats.org/drawingml/2006/main" noGrp="1"/>
          </p:cNvSpPr>
          <p:nvPr/>
        </p:nvSpPr>
        <p:spPr>
          <a:xfrm xmlns:a="http://schemas.openxmlformats.org/drawingml/2006/main">
            <a:off x="762000" y="42862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读</a:t>
            </a:r>
          </a:p>
        </p:txBody>
      </p:sp>
      <p:sp>
        <p:nvSpPr>
          <p:cNvPr id="27" name="">
            <a:extLst xmlns:a="http://schemas.openxmlformats.org/drawingml/2006/main">
              <a:ext uri="{FF2B5EF4-FFF2-40B4-BE49-F238E27FC236}">
                <a16:creationId xmlns:a16="http://schemas.microsoft.com/office/drawing/2014/main" id="{738CC224-5B53-4B74-88B0-8B92029C7625}"/>
              </a:ext>
            </a:extLst>
          </p:cNvPr>
          <p:cNvSpPr>
            <a:spLocks xmlns:a="http://schemas.openxmlformats.org/drawingml/2006/main" noGrp="1"/>
          </p:cNvSpPr>
          <p:nvPr/>
        </p:nvSpPr>
        <p:spPr>
          <a:xfrm xmlns:a="http://schemas.openxmlformats.org/drawingml/2006/main">
            <a:off x="1190625" y="4200525"/>
            <a:ext cx="274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315EF6"/>
                </a:solidFill>
                <a:latin typeface="Arial"/>
                <a:ea typeface="Arial"/>
                <a:cs typeface="Arial"/>
              </a:defRPr>
            </a:pPr>
            <a:r>
              <a:rPr sz="1050" b="1">
                <a:solidFill>
                  <a:srgbClr val="315EF6"/>
                </a:solidFill>
                <a:latin typeface="Arial"/>
                <a:ea typeface="Arial"/>
                <a:cs typeface="Arial"/>
              </a:rPr>
              <a:t>语义与范围</a:t>
            </a:r>
          </a:p>
        </p:txBody>
      </p:sp>
      <p:sp>
        <p:nvSpPr>
          <p:cNvPr id="28" name="">
            <a:extLst xmlns:a="http://schemas.openxmlformats.org/drawingml/2006/main">
              <a:ext uri="{FF2B5EF4-FFF2-40B4-BE49-F238E27FC236}">
                <a16:creationId xmlns:a16="http://schemas.microsoft.com/office/drawing/2014/main" id="{88F624CC-C692-4E4D-AEC2-B4F928C0D297}"/>
              </a:ext>
            </a:extLst>
          </p:cNvPr>
          <p:cNvSpPr>
            <a:spLocks xmlns:a="http://schemas.openxmlformats.org/drawingml/2006/main" noGrp="1"/>
          </p:cNvSpPr>
          <p:nvPr/>
        </p:nvSpPr>
        <p:spPr>
          <a:xfrm xmlns:a="http://schemas.openxmlformats.org/drawingml/2006/main">
            <a:off x="1190625" y="44481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语义检索 · 子图上下文 · 只读结构查询</a:t>
            </a:r>
          </a:p>
        </p:txBody>
      </p:sp>
      <p:sp>
        <p:nvSpPr>
          <p:cNvPr id="29" name="">
            <a:extLst xmlns:a="http://schemas.openxmlformats.org/drawingml/2006/main">
              <a:ext uri="{FF2B5EF4-FFF2-40B4-BE49-F238E27FC236}">
                <a16:creationId xmlns:a16="http://schemas.microsoft.com/office/drawing/2014/main" id="{7B4504E2-30EA-4BEC-84FF-797ED458BDC6}"/>
              </a:ext>
            </a:extLst>
          </p:cNvPr>
          <p:cNvSpPr>
            <a:spLocks xmlns:a="http://schemas.openxmlformats.org/drawingml/2006/main" noGrp="1"/>
          </p:cNvSpPr>
          <p:nvPr/>
        </p:nvSpPr>
        <p:spPr>
          <a:xfrm xmlns:a="http://schemas.openxmlformats.org/drawingml/2006/main">
            <a:off x="4343400" y="4152900"/>
            <a:ext cx="3505200" cy="7239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9525">
            <a:solidFill>
              <a:srgbClr val="D9DEE5"/>
            </a:solidFill>
          </a:ln>
        </p:spPr>
      </p:sp>
      <p:sp>
        <p:nvSpPr>
          <p:cNvPr id="30" name="">
            <a:extLst xmlns:a="http://schemas.openxmlformats.org/drawingml/2006/main">
              <a:ext uri="{FF2B5EF4-FFF2-40B4-BE49-F238E27FC236}">
                <a16:creationId xmlns:a16="http://schemas.microsoft.com/office/drawing/2014/main" id="{881813D2-9922-4528-9937-C30A4166F61F}"/>
              </a:ext>
            </a:extLst>
          </p:cNvPr>
          <p:cNvSpPr>
            <a:spLocks xmlns:a="http://schemas.openxmlformats.org/drawingml/2006/main" noGrp="1"/>
          </p:cNvSpPr>
          <p:nvPr/>
        </p:nvSpPr>
        <p:spPr>
          <a:xfrm xmlns:a="http://schemas.openxmlformats.org/drawingml/2006/main">
            <a:off x="4457700" y="4276725"/>
            <a:ext cx="381000"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D6BF42E-9136-4C77-94C4-78A9C649ECEB}"/>
              </a:ext>
            </a:extLst>
          </p:cNvPr>
          <p:cNvSpPr>
            <a:spLocks xmlns:a="http://schemas.openxmlformats.org/drawingml/2006/main" noGrp="1"/>
          </p:cNvSpPr>
          <p:nvPr/>
        </p:nvSpPr>
        <p:spPr>
          <a:xfrm xmlns:a="http://schemas.openxmlformats.org/drawingml/2006/main">
            <a:off x="4495800" y="42862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写</a:t>
            </a:r>
          </a:p>
        </p:txBody>
      </p:sp>
      <p:sp>
        <p:nvSpPr>
          <p:cNvPr id="32" name="">
            <a:extLst xmlns:a="http://schemas.openxmlformats.org/drawingml/2006/main">
              <a:ext uri="{FF2B5EF4-FFF2-40B4-BE49-F238E27FC236}">
                <a16:creationId xmlns:a16="http://schemas.microsoft.com/office/drawing/2014/main" id="{E96CACED-1303-4A5D-AC8B-E487FE4D1FCC}"/>
              </a:ext>
            </a:extLst>
          </p:cNvPr>
          <p:cNvSpPr>
            <a:spLocks xmlns:a="http://schemas.openxmlformats.org/drawingml/2006/main" noGrp="1"/>
          </p:cNvSpPr>
          <p:nvPr/>
        </p:nvSpPr>
        <p:spPr>
          <a:xfrm xmlns:a="http://schemas.openxmlformats.org/drawingml/2006/main">
            <a:off x="4924425" y="4200525"/>
            <a:ext cx="274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14866D"/>
                </a:solidFill>
                <a:latin typeface="Arial"/>
                <a:ea typeface="Arial"/>
                <a:cs typeface="Arial"/>
              </a:defRPr>
            </a:pPr>
            <a:r>
              <a:rPr sz="1050" b="1">
                <a:solidFill>
                  <a:srgbClr val="14866D"/>
                </a:solidFill>
                <a:latin typeface="Arial"/>
                <a:ea typeface="Arial"/>
                <a:cs typeface="Arial"/>
              </a:rPr>
              <a:t>治理门禁</a:t>
            </a:r>
          </a:p>
        </p:txBody>
      </p:sp>
      <p:sp>
        <p:nvSpPr>
          <p:cNvPr id="33" name="">
            <a:extLst xmlns:a="http://schemas.openxmlformats.org/drawingml/2006/main">
              <a:ext uri="{FF2B5EF4-FFF2-40B4-BE49-F238E27FC236}">
                <a16:creationId xmlns:a16="http://schemas.microsoft.com/office/drawing/2014/main" id="{CB34EC94-9335-462B-BCA1-B44357AC5B7F}"/>
              </a:ext>
            </a:extLst>
          </p:cNvPr>
          <p:cNvSpPr>
            <a:spLocks xmlns:a="http://schemas.openxmlformats.org/drawingml/2006/main" noGrp="1"/>
          </p:cNvSpPr>
          <p:nvPr/>
        </p:nvSpPr>
        <p:spPr>
          <a:xfrm xmlns:a="http://schemas.openxmlformats.org/drawingml/2006/main">
            <a:off x="4924425" y="44481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类型校验 · 去重 · 无损 · 墓碑</a:t>
            </a:r>
          </a:p>
        </p:txBody>
      </p:sp>
      <p:sp>
        <p:nvSpPr>
          <p:cNvPr id="34" name="">
            <a:extLst xmlns:a="http://schemas.openxmlformats.org/drawingml/2006/main">
              <a:ext uri="{FF2B5EF4-FFF2-40B4-BE49-F238E27FC236}">
                <a16:creationId xmlns:a16="http://schemas.microsoft.com/office/drawing/2014/main" id="{C1E9ACF3-4A0A-4605-8C54-B935B606A6E5}"/>
              </a:ext>
            </a:extLst>
          </p:cNvPr>
          <p:cNvSpPr>
            <a:spLocks xmlns:a="http://schemas.openxmlformats.org/drawingml/2006/main" noGrp="1"/>
          </p:cNvSpPr>
          <p:nvPr/>
        </p:nvSpPr>
        <p:spPr>
          <a:xfrm xmlns:a="http://schemas.openxmlformats.org/drawingml/2006/main">
            <a:off x="8077200" y="4152900"/>
            <a:ext cx="3505200" cy="7239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9525">
            <a:solidFill>
              <a:srgbClr val="D9DEE5"/>
            </a:solidFill>
          </a:ln>
        </p:spPr>
      </p:sp>
      <p:sp>
        <p:nvSpPr>
          <p:cNvPr id="35" name="">
            <a:extLst xmlns:a="http://schemas.openxmlformats.org/drawingml/2006/main">
              <a:ext uri="{FF2B5EF4-FFF2-40B4-BE49-F238E27FC236}">
                <a16:creationId xmlns:a16="http://schemas.microsoft.com/office/drawing/2014/main" id="{EA049FAD-BDFF-4D65-9EBC-D88A4C2AFE63}"/>
              </a:ext>
            </a:extLst>
          </p:cNvPr>
          <p:cNvSpPr>
            <a:spLocks xmlns:a="http://schemas.openxmlformats.org/drawingml/2006/main" noGrp="1"/>
          </p:cNvSpPr>
          <p:nvPr/>
        </p:nvSpPr>
        <p:spPr>
          <a:xfrm xmlns:a="http://schemas.openxmlformats.org/drawingml/2006/main">
            <a:off x="8191500" y="4276725"/>
            <a:ext cx="381000" cy="238125"/>
          </a:xfrm>
          <a:prstGeom xmlns:a="http://schemas.openxmlformats.org/drawingml/2006/main" prst="roundRect">
            <a:avLst>
              <a:gd name="adj" fmla="val 48000"/>
            </a:avLst>
          </a:prstGeom>
          <a:solidFill xmlns:a="http://schemas.openxmlformats.org/drawingml/2006/main">
            <a:srgbClr val="C65D32"/>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AD4B65A-3D25-4601-B373-268E336D5C0A}"/>
              </a:ext>
            </a:extLst>
          </p:cNvPr>
          <p:cNvSpPr>
            <a:spLocks xmlns:a="http://schemas.openxmlformats.org/drawingml/2006/main" noGrp="1"/>
          </p:cNvSpPr>
          <p:nvPr/>
        </p:nvSpPr>
        <p:spPr>
          <a:xfrm xmlns:a="http://schemas.openxmlformats.org/drawingml/2006/main">
            <a:off x="8229600" y="4286250"/>
            <a:ext cx="30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测</a:t>
            </a:r>
          </a:p>
        </p:txBody>
      </p:sp>
      <p:sp>
        <p:nvSpPr>
          <p:cNvPr id="37" name="">
            <a:extLst xmlns:a="http://schemas.openxmlformats.org/drawingml/2006/main">
              <a:ext uri="{FF2B5EF4-FFF2-40B4-BE49-F238E27FC236}">
                <a16:creationId xmlns:a16="http://schemas.microsoft.com/office/drawing/2014/main" id="{91537A83-AB5B-4956-B353-34ED4B46352A}"/>
              </a:ext>
            </a:extLst>
          </p:cNvPr>
          <p:cNvSpPr>
            <a:spLocks xmlns:a="http://schemas.openxmlformats.org/drawingml/2006/main" noGrp="1"/>
          </p:cNvSpPr>
          <p:nvPr/>
        </p:nvSpPr>
        <p:spPr>
          <a:xfrm xmlns:a="http://schemas.openxmlformats.org/drawingml/2006/main">
            <a:off x="8658225" y="4200525"/>
            <a:ext cx="2743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C65D32"/>
                </a:solidFill>
                <a:latin typeface="Arial"/>
                <a:ea typeface="Arial"/>
                <a:cs typeface="Arial"/>
              </a:defRPr>
            </a:pPr>
            <a:r>
              <a:rPr sz="1050" b="1">
                <a:solidFill>
                  <a:srgbClr val="C65D32"/>
                </a:solidFill>
                <a:latin typeface="Arial"/>
                <a:ea typeface="Arial"/>
                <a:cs typeface="Arial"/>
              </a:rPr>
              <a:t>指标与验收</a:t>
            </a:r>
          </a:p>
        </p:txBody>
      </p:sp>
      <p:sp>
        <p:nvSpPr>
          <p:cNvPr id="38" name="">
            <a:extLst xmlns:a="http://schemas.openxmlformats.org/drawingml/2006/main">
              <a:ext uri="{FF2B5EF4-FFF2-40B4-BE49-F238E27FC236}">
                <a16:creationId xmlns:a16="http://schemas.microsoft.com/office/drawing/2014/main" id="{6E6F51F5-A3F2-4AEC-B584-82D1713AA089}"/>
              </a:ext>
            </a:extLst>
          </p:cNvPr>
          <p:cNvSpPr>
            <a:spLocks xmlns:a="http://schemas.openxmlformats.org/drawingml/2006/main" noGrp="1"/>
          </p:cNvSpPr>
          <p:nvPr/>
        </p:nvSpPr>
        <p:spPr>
          <a:xfrm xmlns:a="http://schemas.openxmlformats.org/drawingml/2006/main">
            <a:off x="8658225" y="44481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Assessment ↔ 阶段/能力 · GWT 测试 · commit/path</a:t>
            </a:r>
          </a:p>
        </p:txBody>
      </p:sp>
      <p:sp>
        <p:nvSpPr>
          <p:cNvPr id="39" name="">
            <a:extLst xmlns:a="http://schemas.openxmlformats.org/drawingml/2006/main">
              <a:ext uri="{FF2B5EF4-FFF2-40B4-BE49-F238E27FC236}">
                <a16:creationId xmlns:a16="http://schemas.microsoft.com/office/drawing/2014/main" id="{B39FF094-15C4-4D40-86F2-F244AA864329}"/>
              </a:ext>
            </a:extLst>
          </p:cNvPr>
          <p:cNvSpPr>
            <a:spLocks xmlns:a="http://schemas.openxmlformats.org/drawingml/2006/main" noGrp="1"/>
          </p:cNvSpPr>
          <p:nvPr/>
        </p:nvSpPr>
        <p:spPr>
          <a:xfrm xmlns:a="http://schemas.openxmlformats.org/drawingml/2006/main" flipH="0" flipV="0">
            <a:off x="6096000" y="3829050"/>
            <a:ext cx="95" cy="247650"/>
          </a:xfrm>
          <a:prstGeom xmlns:a="http://schemas.openxmlformats.org/drawingml/2006/main" prst="line">
            <a:avLst/>
          </a:prstGeom>
          <a:noFill xmlns:a="http://schemas.openxmlformats.org/drawingml/2006/main"/>
          <a:ln xmlns:a="http://schemas.openxmlformats.org/drawingml/2006/main" w="14288">
            <a:solidFill>
              <a:srgbClr val="315EF6"/>
            </a:solidFill>
          </a:ln>
        </p:spPr>
      </p:sp>
      <p:sp>
        <p:nvSpPr>
          <p:cNvPr id="40" name="">
            <a:extLst xmlns:a="http://schemas.openxmlformats.org/drawingml/2006/main">
              <a:ext uri="{FF2B5EF4-FFF2-40B4-BE49-F238E27FC236}">
                <a16:creationId xmlns:a16="http://schemas.microsoft.com/office/drawing/2014/main" id="{E085E026-B625-4E7F-B6FA-48B6734D9531}"/>
              </a:ext>
            </a:extLst>
          </p:cNvPr>
          <p:cNvSpPr>
            <a:spLocks xmlns:a="http://schemas.openxmlformats.org/drawingml/2006/main" noGrp="1"/>
          </p:cNvSpPr>
          <p:nvPr/>
        </p:nvSpPr>
        <p:spPr>
          <a:xfrm xmlns:a="http://schemas.openxmlformats.org/drawingml/2006/main">
            <a:off x="619125" y="5219700"/>
            <a:ext cx="10953750" cy="742950"/>
          </a:xfrm>
          <a:prstGeom xmlns:a="http://schemas.openxmlformats.org/drawingml/2006/main" prst="roundRect">
            <a:avLst>
              <a:gd name="adj" fmla="val 11538"/>
            </a:avLst>
          </a:prstGeom>
          <a:solidFill xmlns:a="http://schemas.openxmlformats.org/drawingml/2006/main">
            <a:srgbClr val="E8ED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85286AD-D40E-473F-9715-09B56F1939B3}"/>
              </a:ext>
            </a:extLst>
          </p:cNvPr>
          <p:cNvSpPr>
            <a:spLocks xmlns:a="http://schemas.openxmlformats.org/drawingml/2006/main" noGrp="1"/>
          </p:cNvSpPr>
          <p:nvPr/>
        </p:nvSpPr>
        <p:spPr>
          <a:xfrm xmlns:a="http://schemas.openxmlformats.org/drawingml/2006/main">
            <a:off x="781050" y="5286375"/>
            <a:ext cx="99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315EF6"/>
                </a:solidFill>
                <a:latin typeface="Arial"/>
                <a:ea typeface="Arial"/>
                <a:cs typeface="Arial"/>
              </a:defRPr>
            </a:pPr>
            <a:r>
              <a:rPr sz="900" b="1">
                <a:solidFill>
                  <a:srgbClr val="315EF6"/>
                </a:solidFill>
                <a:latin typeface="Arial"/>
                <a:ea typeface="Arial"/>
                <a:cs typeface="Arial"/>
              </a:rPr>
              <a:t>差异重点</a:t>
            </a:r>
          </a:p>
        </p:txBody>
      </p:sp>
      <p:sp>
        <p:nvSpPr>
          <p:cNvPr id="42" name="">
            <a:extLst xmlns:a="http://schemas.openxmlformats.org/drawingml/2006/main">
              <a:ext uri="{FF2B5EF4-FFF2-40B4-BE49-F238E27FC236}">
                <a16:creationId xmlns:a16="http://schemas.microsoft.com/office/drawing/2014/main" id="{9C283683-2F44-4A51-8569-9B0AB2BD9942}"/>
              </a:ext>
            </a:extLst>
          </p:cNvPr>
          <p:cNvSpPr>
            <a:spLocks xmlns:a="http://schemas.openxmlformats.org/drawingml/2006/main" noGrp="1"/>
          </p:cNvSpPr>
          <p:nvPr/>
        </p:nvSpPr>
        <p:spPr>
          <a:xfrm xmlns:a="http://schemas.openxmlformats.org/drawingml/2006/main">
            <a:off x="1885950" y="5257800"/>
            <a:ext cx="9334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1">
                <a:solidFill>
                  <a:srgbClr val="152338"/>
                </a:solidFill>
                <a:latin typeface="Arial"/>
                <a:ea typeface="Arial"/>
                <a:cs typeface="Arial"/>
              </a:defRPr>
            </a:pPr>
            <a:r>
              <a:rPr sz="1200" b="1">
                <a:solidFill>
                  <a:srgbClr val="152338"/>
                </a:solidFill>
                <a:latin typeface="Arial"/>
                <a:ea typeface="Arial"/>
                <a:cs typeface="Arial"/>
              </a:rPr>
              <a:t>不仅回答“搜到了什么”，还记录“该记什么、如何入图、依据何在、是否通过验收”。</a:t>
            </a:r>
          </a:p>
        </p:txBody>
      </p:sp>
      <p:sp>
        <p:nvSpPr>
          <p:cNvPr id="43" name="">
            <a:extLst xmlns:a="http://schemas.openxmlformats.org/drawingml/2006/main">
              <a:ext uri="{FF2B5EF4-FFF2-40B4-BE49-F238E27FC236}">
                <a16:creationId xmlns:a16="http://schemas.microsoft.com/office/drawing/2014/main" id="{7799FC30-D07D-4226-A9C7-9750D018475B}"/>
              </a:ext>
            </a:extLst>
          </p:cNvPr>
          <p:cNvSpPr>
            <a:spLocks xmlns:a="http://schemas.openxmlformats.org/drawingml/2006/main" noGrp="1"/>
          </p:cNvSpPr>
          <p:nvPr/>
        </p:nvSpPr>
        <p:spPr>
          <a:xfrm xmlns:a="http://schemas.openxmlformats.org/drawingml/2006/main">
            <a:off x="1885950" y="5543550"/>
            <a:ext cx="933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0">
                <a:solidFill>
                  <a:srgbClr val="64748B"/>
                </a:solidFill>
                <a:latin typeface="Arial"/>
                <a:ea typeface="Arial"/>
                <a:cs typeface="Arial"/>
              </a:defRPr>
            </a:pPr>
            <a:r>
              <a:rPr sz="900" b="0">
                <a:solidFill>
                  <a:srgbClr val="64748B"/>
                </a:solidFill>
                <a:latin typeface="Arial"/>
                <a:ea typeface="Arial"/>
                <a:cs typeface="Arial"/>
              </a:rPr>
              <a:t>质量剖面：覆盖 · 结构 · 溯源 · 新鲜度 · 冗余（已提出，尚未全部量化）</a:t>
            </a:r>
          </a:p>
        </p:txBody>
      </p:sp>
      <p:sp>
        <p:nvSpPr>
          <p:cNvPr id="44" name="">
            <a:extLst xmlns:a="http://schemas.openxmlformats.org/drawingml/2006/main">
              <a:ext uri="{FF2B5EF4-FFF2-40B4-BE49-F238E27FC236}">
                <a16:creationId xmlns:a16="http://schemas.microsoft.com/office/drawing/2014/main" id="{B79A2084-F769-4B74-9AEC-B8E7296F012D}"/>
              </a:ext>
            </a:extLst>
          </p:cNvPr>
          <p:cNvSpPr>
            <a:spLocks xmlns:a="http://schemas.openxmlformats.org/drawingml/2006/main" noGrp="1"/>
          </p:cNvSpPr>
          <p:nvPr/>
        </p:nvSpPr>
        <p:spPr>
          <a:xfrm xmlns:a="http://schemas.openxmlformats.org/drawingml/2006/main">
            <a:off x="742950" y="6076950"/>
            <a:ext cx="1057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0">
                <a:solidFill>
                  <a:srgbClr val="64748B"/>
                </a:solidFill>
                <a:latin typeface="Arial"/>
                <a:ea typeface="Arial"/>
                <a:cs typeface="Arial"/>
              </a:defRPr>
            </a:pPr>
            <a:r>
              <a:rPr sz="825" b="0">
                <a:solidFill>
                  <a:srgbClr val="64748B"/>
                </a:solidFill>
                <a:latin typeface="Arial"/>
                <a:ea typeface="Arial"/>
                <a:cs typeface="Arial"/>
              </a:rPr>
              <a:t>当前基座：Acme（ArchiMate 3.2 + UML 2 状态机）；Schema 可按项目扩展。</a:t>
            </a:r>
          </a:p>
        </p:txBody>
      </p:sp>
    </p:spTree>
    <p:extLst>
      <p:ext uri="{BB962C8B-B14F-4D97-AF65-F5344CB8AC3E}">
        <p14:creationId xmlns:p14="http://schemas.microsoft.com/office/powerpoint/2010/main" val="1882216619"/>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5ABB86D2-52B7-409B-9098-5D2CA8B26707}"/>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04 · 指标体系</a:t>
            </a:r>
          </a:p>
        </p:txBody>
      </p:sp>
      <p:sp>
        <p:nvSpPr>
          <p:cNvPr id="2" name="">
            <a:extLst xmlns:a="http://schemas.openxmlformats.org/drawingml/2006/main">
              <a:ext uri="{FF2B5EF4-FFF2-40B4-BE49-F238E27FC236}">
                <a16:creationId xmlns:a16="http://schemas.microsoft.com/office/drawing/2014/main" id="{39B3B6EF-C51F-4695-81FC-85A773FDD808}"/>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指标体系：把业务结果挂回流程，把过程指标挂回框架能力</a:t>
            </a:r>
          </a:p>
        </p:txBody>
      </p:sp>
      <p:sp>
        <p:nvSpPr>
          <p:cNvPr id="3" name="">
            <a:extLst xmlns:a="http://schemas.openxmlformats.org/drawingml/2006/main">
              <a:ext uri="{FF2B5EF4-FFF2-40B4-BE49-F238E27FC236}">
                <a16:creationId xmlns:a16="http://schemas.microsoft.com/office/drawing/2014/main" id="{9F5A9AE3-E1E8-4845-A3A7-EDA553794240}"/>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20 项指标覆盖局部动作与整体 Coding 结果；流程给分类，应用框架给观测点</a:t>
            </a:r>
          </a:p>
        </p:txBody>
      </p:sp>
      <p:sp>
        <p:nvSpPr>
          <p:cNvPr id="4" name="">
            <a:extLst xmlns:a="http://schemas.openxmlformats.org/drawingml/2006/main">
              <a:ext uri="{FF2B5EF4-FFF2-40B4-BE49-F238E27FC236}">
                <a16:creationId xmlns:a16="http://schemas.microsoft.com/office/drawing/2014/main" id="{467929DC-D039-4E42-A3F2-3FEFDAE9F0B1}"/>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96ED3413-2EDF-4D94-9424-5E00245AFE0C}"/>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04</a:t>
            </a:r>
          </a:p>
        </p:txBody>
      </p:sp>
      <p:sp>
        <p:nvSpPr>
          <p:cNvPr id="6" name="">
            <a:extLst xmlns:a="http://schemas.openxmlformats.org/drawingml/2006/main">
              <a:ext uri="{FF2B5EF4-FFF2-40B4-BE49-F238E27FC236}">
                <a16:creationId xmlns:a16="http://schemas.microsoft.com/office/drawing/2014/main" id="{F0589950-5C6F-4D11-9392-589211E063E3}"/>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675" b="0">
                <a:solidFill>
                  <a:srgbClr val="64748B"/>
                </a:solidFill>
                <a:latin typeface="Arial"/>
                <a:ea typeface="Arial"/>
                <a:cs typeface="Arial"/>
              </a:defRPr>
            </a:pPr>
            <a:r>
              <a:rPr sz="675" b="0">
                <a:solidFill>
                  <a:srgbClr val="64748B"/>
                </a:solidFill>
                <a:latin typeface="Arial"/>
                <a:ea typeface="Arial"/>
                <a:cs typeface="Arial"/>
              </a:rPr>
              <a:t>aos-as-* measurement-status</a:t>
            </a:r>
          </a:p>
        </p:txBody>
      </p:sp>
      <p:sp>
        <p:nvSpPr>
          <p:cNvPr id="7" name="">
            <a:extLst xmlns:a="http://schemas.openxmlformats.org/drawingml/2006/main">
              <a:ext uri="{FF2B5EF4-FFF2-40B4-BE49-F238E27FC236}">
                <a16:creationId xmlns:a16="http://schemas.microsoft.com/office/drawing/2014/main" id="{06D83F3D-E56A-4EE5-AB27-CEC45977FE8E}"/>
              </a:ext>
            </a:extLst>
          </p:cNvPr>
          <p:cNvSpPr>
            <a:spLocks xmlns:a="http://schemas.openxmlformats.org/drawingml/2006/main" noGrp="1"/>
          </p:cNvSpPr>
          <p:nvPr/>
        </p:nvSpPr>
        <p:spPr>
          <a:xfrm xmlns:a="http://schemas.openxmlformats.org/drawingml/2006/main">
            <a:off x="647700" y="1857375"/>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通用流程 / 状态</a:t>
            </a:r>
          </a:p>
        </p:txBody>
      </p:sp>
      <p:sp>
        <p:nvSpPr>
          <p:cNvPr id="8" name="">
            <a:extLst xmlns:a="http://schemas.openxmlformats.org/drawingml/2006/main">
              <a:ext uri="{FF2B5EF4-FFF2-40B4-BE49-F238E27FC236}">
                <a16:creationId xmlns:a16="http://schemas.microsoft.com/office/drawing/2014/main" id="{14BFAED9-8C09-4105-9796-428D19E4B81B}"/>
              </a:ext>
            </a:extLst>
          </p:cNvPr>
          <p:cNvSpPr>
            <a:spLocks xmlns:a="http://schemas.openxmlformats.org/drawingml/2006/main" noGrp="1"/>
          </p:cNvSpPr>
          <p:nvPr/>
        </p:nvSpPr>
        <p:spPr>
          <a:xfrm xmlns:a="http://schemas.openxmlformats.org/drawingml/2006/main">
            <a:off x="3476625" y="1857375"/>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4866D"/>
                </a:solidFill>
                <a:latin typeface="Arial"/>
                <a:ea typeface="Arial"/>
                <a:cs typeface="Arial"/>
              </a:defRPr>
            </a:pPr>
            <a:r>
              <a:rPr sz="975" b="1">
                <a:solidFill>
                  <a:srgbClr val="14866D"/>
                </a:solidFill>
                <a:latin typeface="Arial"/>
                <a:ea typeface="Arial"/>
                <a:cs typeface="Arial"/>
              </a:rPr>
              <a:t>框架能力与可观测点</a:t>
            </a:r>
          </a:p>
        </p:txBody>
      </p:sp>
      <p:sp>
        <p:nvSpPr>
          <p:cNvPr id="9" name="">
            <a:extLst xmlns:a="http://schemas.openxmlformats.org/drawingml/2006/main">
              <a:ext uri="{FF2B5EF4-FFF2-40B4-BE49-F238E27FC236}">
                <a16:creationId xmlns:a16="http://schemas.microsoft.com/office/drawing/2014/main" id="{D132CB3F-0D31-467E-A755-C1ECAEDE0DB7}"/>
              </a:ext>
            </a:extLst>
          </p:cNvPr>
          <p:cNvSpPr>
            <a:spLocks xmlns:a="http://schemas.openxmlformats.org/drawingml/2006/main" noGrp="1"/>
          </p:cNvSpPr>
          <p:nvPr/>
        </p:nvSpPr>
        <p:spPr>
          <a:xfrm xmlns:a="http://schemas.openxmlformats.org/drawingml/2006/main">
            <a:off x="9096375" y="185737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975" b="1">
                <a:solidFill>
                  <a:srgbClr val="C65D32"/>
                </a:solidFill>
                <a:latin typeface="Arial"/>
                <a:ea typeface="Arial"/>
                <a:cs typeface="Arial"/>
              </a:defRPr>
            </a:pPr>
            <a:r>
              <a:rPr sz="975" b="1">
                <a:solidFill>
                  <a:srgbClr val="C65D32"/>
                </a:solidFill>
                <a:latin typeface="Arial"/>
                <a:ea typeface="Arial"/>
                <a:cs typeface="Arial"/>
              </a:rPr>
              <a:t>指标结果状态</a:t>
            </a:r>
          </a:p>
        </p:txBody>
      </p:sp>
      <p:sp>
        <p:nvSpPr>
          <p:cNvPr id="10" name="">
            <a:extLst xmlns:a="http://schemas.openxmlformats.org/drawingml/2006/main">
              <a:ext uri="{FF2B5EF4-FFF2-40B4-BE49-F238E27FC236}">
                <a16:creationId xmlns:a16="http://schemas.microsoft.com/office/drawing/2014/main" id="{C7008D06-086F-4A05-817F-6024D7FEAE1C}"/>
              </a:ext>
            </a:extLst>
          </p:cNvPr>
          <p:cNvSpPr>
            <a:spLocks xmlns:a="http://schemas.openxmlformats.org/drawingml/2006/main" noGrp="1"/>
          </p:cNvSpPr>
          <p:nvPr/>
        </p:nvSpPr>
        <p:spPr>
          <a:xfrm xmlns:a="http://schemas.openxmlformats.org/drawingml/2006/main">
            <a:off x="638175" y="2152650"/>
            <a:ext cx="16668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9DEE5"/>
            </a:solidFill>
          </a:ln>
        </p:spPr>
      </p:sp>
      <p:sp>
        <p:nvSpPr>
          <p:cNvPr id="11" name="">
            <a:extLst xmlns:a="http://schemas.openxmlformats.org/drawingml/2006/main">
              <a:ext uri="{FF2B5EF4-FFF2-40B4-BE49-F238E27FC236}">
                <a16:creationId xmlns:a16="http://schemas.microsoft.com/office/drawing/2014/main" id="{D45D79CF-69E1-4666-971B-A81E9FFAFDB0}"/>
              </a:ext>
            </a:extLst>
          </p:cNvPr>
          <p:cNvSpPr>
            <a:spLocks xmlns:a="http://schemas.openxmlformats.org/drawingml/2006/main" noGrp="1"/>
          </p:cNvSpPr>
          <p:nvPr/>
        </p:nvSpPr>
        <p:spPr>
          <a:xfrm xmlns:a="http://schemas.openxmlformats.org/drawingml/2006/main">
            <a:off x="685800"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理解与计划</a:t>
            </a:r>
          </a:p>
        </p:txBody>
      </p:sp>
      <p:sp>
        <p:nvSpPr>
          <p:cNvPr id="12" name="">
            <a:extLst xmlns:a="http://schemas.openxmlformats.org/drawingml/2006/main">
              <a:ext uri="{FF2B5EF4-FFF2-40B4-BE49-F238E27FC236}">
                <a16:creationId xmlns:a16="http://schemas.microsoft.com/office/drawing/2014/main" id="{2A61DB41-740F-40FE-B8D2-D7A05F09A1B2}"/>
              </a:ext>
            </a:extLst>
          </p:cNvPr>
          <p:cNvSpPr>
            <a:spLocks xmlns:a="http://schemas.openxmlformats.org/drawingml/2006/main" noGrp="1"/>
          </p:cNvSpPr>
          <p:nvPr/>
        </p:nvSpPr>
        <p:spPr>
          <a:xfrm xmlns:a="http://schemas.openxmlformats.org/drawingml/2006/main" flipH="0" flipV="0">
            <a:off x="2305050" y="2371725"/>
            <a:ext cx="142875" cy="95"/>
          </a:xfrm>
          <a:prstGeom xmlns:a="http://schemas.openxmlformats.org/drawingml/2006/main" prst="line">
            <a:avLst/>
          </a:prstGeom>
          <a:noFill xmlns:a="http://schemas.openxmlformats.org/drawingml/2006/main"/>
          <a:ln xmlns:a="http://schemas.openxmlformats.org/drawingml/2006/main" w="14288">
            <a:solidFill>
              <a:srgbClr val="64748B"/>
            </a:solidFill>
          </a:ln>
        </p:spPr>
      </p:sp>
      <p:sp>
        <p:nvSpPr>
          <p:cNvPr id="13" name="">
            <a:extLst xmlns:a="http://schemas.openxmlformats.org/drawingml/2006/main">
              <a:ext uri="{FF2B5EF4-FFF2-40B4-BE49-F238E27FC236}">
                <a16:creationId xmlns:a16="http://schemas.microsoft.com/office/drawing/2014/main" id="{DBCDC640-2788-4713-AB16-083A3E5BB8DA}"/>
              </a:ext>
            </a:extLst>
          </p:cNvPr>
          <p:cNvSpPr>
            <a:spLocks xmlns:a="http://schemas.openxmlformats.org/drawingml/2006/main" noGrp="1"/>
          </p:cNvSpPr>
          <p:nvPr/>
        </p:nvSpPr>
        <p:spPr>
          <a:xfrm xmlns:a="http://schemas.openxmlformats.org/drawingml/2006/main">
            <a:off x="2476500" y="2152650"/>
            <a:ext cx="1666875" cy="438150"/>
          </a:xfrm>
          <a:prstGeom xmlns:a="http://schemas.openxmlformats.org/drawingml/2006/main" prst="roundRect">
            <a:avLst>
              <a:gd name="adj" fmla="val 17391"/>
            </a:avLst>
          </a:prstGeom>
          <a:solidFill xmlns:a="http://schemas.openxmlformats.org/drawingml/2006/main">
            <a:srgbClr val="E8EDFF"/>
          </a:solidFill>
          <a:ln xmlns:a="http://schemas.openxmlformats.org/drawingml/2006/main" w="9525">
            <a:solidFill>
              <a:srgbClr val="D9DEE5"/>
            </a:solidFill>
          </a:ln>
        </p:spPr>
      </p:sp>
      <p:sp>
        <p:nvSpPr>
          <p:cNvPr id="14" name="">
            <a:extLst xmlns:a="http://schemas.openxmlformats.org/drawingml/2006/main">
              <a:ext uri="{FF2B5EF4-FFF2-40B4-BE49-F238E27FC236}">
                <a16:creationId xmlns:a16="http://schemas.microsoft.com/office/drawing/2014/main" id="{F3DADE2C-8EC9-45C4-9DD7-A21602976058}"/>
              </a:ext>
            </a:extLst>
          </p:cNvPr>
          <p:cNvSpPr>
            <a:spLocks xmlns:a="http://schemas.openxmlformats.org/drawingml/2006/main" noGrp="1"/>
          </p:cNvSpPr>
          <p:nvPr/>
        </p:nvSpPr>
        <p:spPr>
          <a:xfrm xmlns:a="http://schemas.openxmlformats.org/drawingml/2006/main">
            <a:off x="2524125"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315EF6"/>
                </a:solidFill>
                <a:latin typeface="Arial"/>
                <a:ea typeface="Arial"/>
                <a:cs typeface="Arial"/>
              </a:defRPr>
            </a:pPr>
            <a:r>
              <a:rPr sz="900" b="1">
                <a:solidFill>
                  <a:srgbClr val="315EF6"/>
                </a:solidFill>
                <a:latin typeface="Arial"/>
                <a:ea typeface="Arial"/>
                <a:cs typeface="Arial"/>
              </a:rPr>
              <a:t>检索上下文</a:t>
            </a:r>
          </a:p>
        </p:txBody>
      </p:sp>
      <p:sp>
        <p:nvSpPr>
          <p:cNvPr id="15" name="">
            <a:extLst xmlns:a="http://schemas.openxmlformats.org/drawingml/2006/main">
              <a:ext uri="{FF2B5EF4-FFF2-40B4-BE49-F238E27FC236}">
                <a16:creationId xmlns:a16="http://schemas.microsoft.com/office/drawing/2014/main" id="{CDACF997-E622-47F1-AA5F-B20428ADA4A5}"/>
              </a:ext>
            </a:extLst>
          </p:cNvPr>
          <p:cNvSpPr>
            <a:spLocks xmlns:a="http://schemas.openxmlformats.org/drawingml/2006/main" noGrp="1"/>
          </p:cNvSpPr>
          <p:nvPr/>
        </p:nvSpPr>
        <p:spPr>
          <a:xfrm xmlns:a="http://schemas.openxmlformats.org/drawingml/2006/main" flipH="0" flipV="0">
            <a:off x="4143375" y="2371725"/>
            <a:ext cx="142875" cy="95"/>
          </a:xfrm>
          <a:prstGeom xmlns:a="http://schemas.openxmlformats.org/drawingml/2006/main" prst="line">
            <a:avLst/>
          </a:prstGeom>
          <a:noFill xmlns:a="http://schemas.openxmlformats.org/drawingml/2006/main"/>
          <a:ln xmlns:a="http://schemas.openxmlformats.org/drawingml/2006/main" w="14288">
            <a:solidFill>
              <a:srgbClr val="64748B"/>
            </a:solidFill>
          </a:ln>
        </p:spPr>
      </p:sp>
      <p:sp>
        <p:nvSpPr>
          <p:cNvPr id="16" name="">
            <a:extLst xmlns:a="http://schemas.openxmlformats.org/drawingml/2006/main">
              <a:ext uri="{FF2B5EF4-FFF2-40B4-BE49-F238E27FC236}">
                <a16:creationId xmlns:a16="http://schemas.microsoft.com/office/drawing/2014/main" id="{D1128C46-EEB5-44AD-82E7-8921AE986E9E}"/>
              </a:ext>
            </a:extLst>
          </p:cNvPr>
          <p:cNvSpPr>
            <a:spLocks xmlns:a="http://schemas.openxmlformats.org/drawingml/2006/main" noGrp="1"/>
          </p:cNvSpPr>
          <p:nvPr/>
        </p:nvSpPr>
        <p:spPr>
          <a:xfrm xmlns:a="http://schemas.openxmlformats.org/drawingml/2006/main">
            <a:off x="4314825" y="2152650"/>
            <a:ext cx="16668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9DEE5"/>
            </a:solidFill>
          </a:ln>
        </p:spPr>
      </p:sp>
      <p:sp>
        <p:nvSpPr>
          <p:cNvPr id="17" name="">
            <a:extLst xmlns:a="http://schemas.openxmlformats.org/drawingml/2006/main">
              <a:ext uri="{FF2B5EF4-FFF2-40B4-BE49-F238E27FC236}">
                <a16:creationId xmlns:a16="http://schemas.microsoft.com/office/drawing/2014/main" id="{FEF498A0-202B-4561-8F50-97F7441DF027}"/>
              </a:ext>
            </a:extLst>
          </p:cNvPr>
          <p:cNvSpPr>
            <a:spLocks xmlns:a="http://schemas.openxmlformats.org/drawingml/2006/main" noGrp="1"/>
          </p:cNvSpPr>
          <p:nvPr/>
        </p:nvSpPr>
        <p:spPr>
          <a:xfrm xmlns:a="http://schemas.openxmlformats.org/drawingml/2006/main">
            <a:off x="4362450"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执行与写入</a:t>
            </a:r>
          </a:p>
        </p:txBody>
      </p:sp>
      <p:sp>
        <p:nvSpPr>
          <p:cNvPr id="18" name="">
            <a:extLst xmlns:a="http://schemas.openxmlformats.org/drawingml/2006/main">
              <a:ext uri="{FF2B5EF4-FFF2-40B4-BE49-F238E27FC236}">
                <a16:creationId xmlns:a16="http://schemas.microsoft.com/office/drawing/2014/main" id="{CFDB854D-ABCE-4C41-B546-4F1B35DBBEFE}"/>
              </a:ext>
            </a:extLst>
          </p:cNvPr>
          <p:cNvSpPr>
            <a:spLocks xmlns:a="http://schemas.openxmlformats.org/drawingml/2006/main" noGrp="1"/>
          </p:cNvSpPr>
          <p:nvPr/>
        </p:nvSpPr>
        <p:spPr>
          <a:xfrm xmlns:a="http://schemas.openxmlformats.org/drawingml/2006/main" flipH="0" flipV="0">
            <a:off x="5981700" y="2371725"/>
            <a:ext cx="142875" cy="95"/>
          </a:xfrm>
          <a:prstGeom xmlns:a="http://schemas.openxmlformats.org/drawingml/2006/main" prst="line">
            <a:avLst/>
          </a:prstGeom>
          <a:noFill xmlns:a="http://schemas.openxmlformats.org/drawingml/2006/main"/>
          <a:ln xmlns:a="http://schemas.openxmlformats.org/drawingml/2006/main" w="14288">
            <a:solidFill>
              <a:srgbClr val="64748B"/>
            </a:solidFill>
          </a:ln>
        </p:spPr>
      </p:sp>
      <p:sp>
        <p:nvSpPr>
          <p:cNvPr id="19" name="">
            <a:extLst xmlns:a="http://schemas.openxmlformats.org/drawingml/2006/main">
              <a:ext uri="{FF2B5EF4-FFF2-40B4-BE49-F238E27FC236}">
                <a16:creationId xmlns:a16="http://schemas.microsoft.com/office/drawing/2014/main" id="{12CF4837-8DA3-4935-85F0-02E1ECB940C7}"/>
              </a:ext>
            </a:extLst>
          </p:cNvPr>
          <p:cNvSpPr>
            <a:spLocks xmlns:a="http://schemas.openxmlformats.org/drawingml/2006/main" noGrp="1"/>
          </p:cNvSpPr>
          <p:nvPr/>
        </p:nvSpPr>
        <p:spPr>
          <a:xfrm xmlns:a="http://schemas.openxmlformats.org/drawingml/2006/main">
            <a:off x="6153150" y="2152650"/>
            <a:ext cx="16668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9DEE5"/>
            </a:solidFill>
          </a:ln>
        </p:spPr>
      </p:sp>
      <p:sp>
        <p:nvSpPr>
          <p:cNvPr id="20" name="">
            <a:extLst xmlns:a="http://schemas.openxmlformats.org/drawingml/2006/main">
              <a:ext uri="{FF2B5EF4-FFF2-40B4-BE49-F238E27FC236}">
                <a16:creationId xmlns:a16="http://schemas.microsoft.com/office/drawing/2014/main" id="{C4FD9023-147B-4D77-9DAE-C144ACA61D05}"/>
              </a:ext>
            </a:extLst>
          </p:cNvPr>
          <p:cNvSpPr>
            <a:spLocks xmlns:a="http://schemas.openxmlformats.org/drawingml/2006/main" noGrp="1"/>
          </p:cNvSpPr>
          <p:nvPr/>
        </p:nvSpPr>
        <p:spPr>
          <a:xfrm xmlns:a="http://schemas.openxmlformats.org/drawingml/2006/main">
            <a:off x="6200775"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验证与人审</a:t>
            </a:r>
          </a:p>
        </p:txBody>
      </p:sp>
      <p:sp>
        <p:nvSpPr>
          <p:cNvPr id="21" name="">
            <a:extLst xmlns:a="http://schemas.openxmlformats.org/drawingml/2006/main">
              <a:ext uri="{FF2B5EF4-FFF2-40B4-BE49-F238E27FC236}">
                <a16:creationId xmlns:a16="http://schemas.microsoft.com/office/drawing/2014/main" id="{ED73B027-B0BC-4114-B8DD-ED3FFDDDAB3E}"/>
              </a:ext>
            </a:extLst>
          </p:cNvPr>
          <p:cNvSpPr>
            <a:spLocks xmlns:a="http://schemas.openxmlformats.org/drawingml/2006/main" noGrp="1"/>
          </p:cNvSpPr>
          <p:nvPr/>
        </p:nvSpPr>
        <p:spPr>
          <a:xfrm xmlns:a="http://schemas.openxmlformats.org/drawingml/2006/main" flipH="0" flipV="0">
            <a:off x="7820025" y="2371725"/>
            <a:ext cx="142875" cy="95"/>
          </a:xfrm>
          <a:prstGeom xmlns:a="http://schemas.openxmlformats.org/drawingml/2006/main" prst="line">
            <a:avLst/>
          </a:prstGeom>
          <a:noFill xmlns:a="http://schemas.openxmlformats.org/drawingml/2006/main"/>
          <a:ln xmlns:a="http://schemas.openxmlformats.org/drawingml/2006/main" w="14288">
            <a:solidFill>
              <a:srgbClr val="64748B"/>
            </a:solidFill>
          </a:ln>
        </p:spPr>
      </p:sp>
      <p:sp>
        <p:nvSpPr>
          <p:cNvPr id="22" name="">
            <a:extLst xmlns:a="http://schemas.openxmlformats.org/drawingml/2006/main">
              <a:ext uri="{FF2B5EF4-FFF2-40B4-BE49-F238E27FC236}">
                <a16:creationId xmlns:a16="http://schemas.microsoft.com/office/drawing/2014/main" id="{E4453899-4C78-4B0E-A276-A9FD43385873}"/>
              </a:ext>
            </a:extLst>
          </p:cNvPr>
          <p:cNvSpPr>
            <a:spLocks xmlns:a="http://schemas.openxmlformats.org/drawingml/2006/main" noGrp="1"/>
          </p:cNvSpPr>
          <p:nvPr/>
        </p:nvSpPr>
        <p:spPr>
          <a:xfrm xmlns:a="http://schemas.openxmlformats.org/drawingml/2006/main">
            <a:off x="7991475" y="2152650"/>
            <a:ext cx="16668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9DEE5"/>
            </a:solidFill>
          </a:ln>
        </p:spPr>
      </p:sp>
      <p:sp>
        <p:nvSpPr>
          <p:cNvPr id="23" name="">
            <a:extLst xmlns:a="http://schemas.openxmlformats.org/drawingml/2006/main">
              <a:ext uri="{FF2B5EF4-FFF2-40B4-BE49-F238E27FC236}">
                <a16:creationId xmlns:a16="http://schemas.microsoft.com/office/drawing/2014/main" id="{3BF64EC3-0384-4F16-B249-0E950781F0C9}"/>
              </a:ext>
            </a:extLst>
          </p:cNvPr>
          <p:cNvSpPr>
            <a:spLocks xmlns:a="http://schemas.openxmlformats.org/drawingml/2006/main" noGrp="1"/>
          </p:cNvSpPr>
          <p:nvPr/>
        </p:nvSpPr>
        <p:spPr>
          <a:xfrm xmlns:a="http://schemas.openxmlformats.org/drawingml/2006/main">
            <a:off x="8039100"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交付与沉淀</a:t>
            </a:r>
          </a:p>
        </p:txBody>
      </p:sp>
      <p:sp>
        <p:nvSpPr>
          <p:cNvPr id="24" name="">
            <a:extLst xmlns:a="http://schemas.openxmlformats.org/drawingml/2006/main">
              <a:ext uri="{FF2B5EF4-FFF2-40B4-BE49-F238E27FC236}">
                <a16:creationId xmlns:a16="http://schemas.microsoft.com/office/drawing/2014/main" id="{C6C689D5-1E7B-4E0B-BC60-A303938B8B8B}"/>
              </a:ext>
            </a:extLst>
          </p:cNvPr>
          <p:cNvSpPr>
            <a:spLocks xmlns:a="http://schemas.openxmlformats.org/drawingml/2006/main" noGrp="1"/>
          </p:cNvSpPr>
          <p:nvPr/>
        </p:nvSpPr>
        <p:spPr>
          <a:xfrm xmlns:a="http://schemas.openxmlformats.org/drawingml/2006/main" flipH="0" flipV="0">
            <a:off x="9658350" y="2371725"/>
            <a:ext cx="142875" cy="95"/>
          </a:xfrm>
          <a:prstGeom xmlns:a="http://schemas.openxmlformats.org/drawingml/2006/main" prst="line">
            <a:avLst/>
          </a:prstGeom>
          <a:noFill xmlns:a="http://schemas.openxmlformats.org/drawingml/2006/main"/>
          <a:ln xmlns:a="http://schemas.openxmlformats.org/drawingml/2006/main" w="14288">
            <a:solidFill>
              <a:srgbClr val="64748B"/>
            </a:solidFill>
          </a:ln>
        </p:spPr>
      </p:sp>
      <p:sp>
        <p:nvSpPr>
          <p:cNvPr id="25" name="">
            <a:extLst xmlns:a="http://schemas.openxmlformats.org/drawingml/2006/main">
              <a:ext uri="{FF2B5EF4-FFF2-40B4-BE49-F238E27FC236}">
                <a16:creationId xmlns:a16="http://schemas.microsoft.com/office/drawing/2014/main" id="{9D3FEAA3-635A-4805-97C6-79BED0BC799A}"/>
              </a:ext>
            </a:extLst>
          </p:cNvPr>
          <p:cNvSpPr>
            <a:spLocks xmlns:a="http://schemas.openxmlformats.org/drawingml/2006/main" noGrp="1"/>
          </p:cNvSpPr>
          <p:nvPr/>
        </p:nvSpPr>
        <p:spPr>
          <a:xfrm xmlns:a="http://schemas.openxmlformats.org/drawingml/2006/main">
            <a:off x="9829800" y="2152650"/>
            <a:ext cx="1666875"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9DEE5"/>
            </a:solidFill>
          </a:ln>
        </p:spPr>
      </p:sp>
      <p:sp>
        <p:nvSpPr>
          <p:cNvPr id="26" name="">
            <a:extLst xmlns:a="http://schemas.openxmlformats.org/drawingml/2006/main">
              <a:ext uri="{FF2B5EF4-FFF2-40B4-BE49-F238E27FC236}">
                <a16:creationId xmlns:a16="http://schemas.microsoft.com/office/drawing/2014/main" id="{6F056F4E-E9C8-42A1-8CC8-6CD7AD4776F8}"/>
              </a:ext>
            </a:extLst>
          </p:cNvPr>
          <p:cNvSpPr>
            <a:spLocks xmlns:a="http://schemas.openxmlformats.org/drawingml/2006/main" noGrp="1"/>
          </p:cNvSpPr>
          <p:nvPr/>
        </p:nvSpPr>
        <p:spPr>
          <a:xfrm xmlns:a="http://schemas.openxmlformats.org/drawingml/2006/main">
            <a:off x="9877425" y="2190750"/>
            <a:ext cx="1571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52338"/>
                </a:solidFill>
                <a:latin typeface="Arial"/>
                <a:ea typeface="Arial"/>
                <a:cs typeface="Arial"/>
              </a:defRPr>
            </a:pPr>
            <a:r>
              <a:rPr sz="900" b="1">
                <a:solidFill>
                  <a:srgbClr val="152338"/>
                </a:solidFill>
                <a:latin typeface="Arial"/>
                <a:ea typeface="Arial"/>
                <a:cs typeface="Arial"/>
              </a:rPr>
              <a:t>等待 / 异步</a:t>
            </a:r>
          </a:p>
        </p:txBody>
      </p:sp>
      <p:sp>
        <p:nvSpPr>
          <p:cNvPr id="27" name="">
            <a:extLst xmlns:a="http://schemas.openxmlformats.org/drawingml/2006/main">
              <a:ext uri="{FF2B5EF4-FFF2-40B4-BE49-F238E27FC236}">
                <a16:creationId xmlns:a16="http://schemas.microsoft.com/office/drawing/2014/main" id="{4E41575D-4634-48A8-8439-2ED4A0594DDE}"/>
              </a:ext>
            </a:extLst>
          </p:cNvPr>
          <p:cNvSpPr>
            <a:spLocks xmlns:a="http://schemas.openxmlformats.org/drawingml/2006/main" noGrp="1"/>
          </p:cNvSpPr>
          <p:nvPr/>
        </p:nvSpPr>
        <p:spPr>
          <a:xfrm xmlns:a="http://schemas.openxmlformats.org/drawingml/2006/main">
            <a:off x="2238375" y="2705100"/>
            <a:ext cx="771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050" b="1">
                <a:solidFill>
                  <a:srgbClr val="152338"/>
                </a:solidFill>
                <a:latin typeface="Arial"/>
                <a:ea typeface="Arial"/>
                <a:cs typeface="Arial"/>
              </a:defRPr>
            </a:pPr>
            <a:r>
              <a:rPr sz="1050" b="1">
                <a:solidFill>
                  <a:srgbClr val="152338"/>
                </a:solidFill>
                <a:latin typeface="Arial"/>
                <a:ea typeface="Arial"/>
                <a:cs typeface="Arial"/>
              </a:rPr>
              <a:t>流程节点 → Assessment 指标 → 局部证据 → 整体结果</a:t>
            </a:r>
          </a:p>
        </p:txBody>
      </p:sp>
      <p:sp>
        <p:nvSpPr>
          <p:cNvPr id="28" name="">
            <a:extLst xmlns:a="http://schemas.openxmlformats.org/drawingml/2006/main">
              <a:ext uri="{FF2B5EF4-FFF2-40B4-BE49-F238E27FC236}">
                <a16:creationId xmlns:a16="http://schemas.microsoft.com/office/drawing/2014/main" id="{58B43115-09DB-4203-BB2E-B206C7A7D7BB}"/>
              </a:ext>
            </a:extLst>
          </p:cNvPr>
          <p:cNvSpPr>
            <a:spLocks xmlns:a="http://schemas.openxmlformats.org/drawingml/2006/main" noGrp="1"/>
          </p:cNvSpPr>
          <p:nvPr/>
        </p:nvSpPr>
        <p:spPr>
          <a:xfrm xmlns:a="http://schemas.openxmlformats.org/drawingml/2006/main">
            <a:off x="3486150" y="3105150"/>
            <a:ext cx="1543050" cy="342900"/>
          </a:xfrm>
          <a:prstGeom xmlns:a="http://schemas.openxmlformats.org/drawingml/2006/main" prst="rect">
            <a:avLst/>
          </a:prstGeom>
          <a:solidFill xmlns:a="http://schemas.openxmlformats.org/drawingml/2006/main">
            <a:srgbClr val="14866D"/>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5139448-C15B-4D90-ADBD-34C4091C0809}"/>
              </a:ext>
            </a:extLst>
          </p:cNvPr>
          <p:cNvSpPr>
            <a:spLocks xmlns:a="http://schemas.openxmlformats.org/drawingml/2006/main" noGrp="1"/>
          </p:cNvSpPr>
          <p:nvPr/>
        </p:nvSpPr>
        <p:spPr>
          <a:xfrm xmlns:a="http://schemas.openxmlformats.org/drawingml/2006/main">
            <a:off x="3486150" y="3476625"/>
            <a:ext cx="152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4866D"/>
                </a:solidFill>
                <a:latin typeface="Arial"/>
                <a:ea typeface="Arial"/>
                <a:cs typeface="Arial"/>
              </a:defRPr>
            </a:pPr>
            <a:r>
              <a:rPr sz="900" b="1">
                <a:solidFill>
                  <a:srgbClr val="14866D"/>
                </a:solidFill>
                <a:latin typeface="Arial"/>
                <a:ea typeface="Arial"/>
                <a:cs typeface="Arial"/>
              </a:rPr>
              <a:t>已定量 4</a:t>
            </a:r>
          </a:p>
        </p:txBody>
      </p:sp>
      <p:sp>
        <p:nvSpPr>
          <p:cNvPr id="30" name="">
            <a:extLst xmlns:a="http://schemas.openxmlformats.org/drawingml/2006/main">
              <a:ext uri="{FF2B5EF4-FFF2-40B4-BE49-F238E27FC236}">
                <a16:creationId xmlns:a16="http://schemas.microsoft.com/office/drawing/2014/main" id="{990E3843-2223-4635-A0B0-27ED9AC94DC9}"/>
              </a:ext>
            </a:extLst>
          </p:cNvPr>
          <p:cNvSpPr>
            <a:spLocks xmlns:a="http://schemas.openxmlformats.org/drawingml/2006/main" noGrp="1"/>
          </p:cNvSpPr>
          <p:nvPr/>
        </p:nvSpPr>
        <p:spPr>
          <a:xfrm xmlns:a="http://schemas.openxmlformats.org/drawingml/2006/main">
            <a:off x="5048250" y="3105150"/>
            <a:ext cx="1933575" cy="342900"/>
          </a:xfrm>
          <a:prstGeom xmlns:a="http://schemas.openxmlformats.org/drawingml/2006/main" prst="rect">
            <a:avLst/>
          </a:prstGeom>
          <a:solidFill xmlns:a="http://schemas.openxmlformats.org/drawingml/2006/main">
            <a:srgbClr val="C65D32"/>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102FEE31-5108-43E4-BDDE-5D72DB9A2864}"/>
              </a:ext>
            </a:extLst>
          </p:cNvPr>
          <p:cNvSpPr>
            <a:spLocks xmlns:a="http://schemas.openxmlformats.org/drawingml/2006/main" noGrp="1"/>
          </p:cNvSpPr>
          <p:nvPr/>
        </p:nvSpPr>
        <p:spPr>
          <a:xfrm xmlns:a="http://schemas.openxmlformats.org/drawingml/2006/main">
            <a:off x="5048250" y="3476625"/>
            <a:ext cx="1914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C65D32"/>
                </a:solidFill>
                <a:latin typeface="Arial"/>
                <a:ea typeface="Arial"/>
                <a:cs typeface="Arial"/>
              </a:defRPr>
            </a:pPr>
            <a:r>
              <a:rPr sz="900" b="1">
                <a:solidFill>
                  <a:srgbClr val="C65D32"/>
                </a:solidFill>
                <a:latin typeface="Arial"/>
                <a:ea typeface="Arial"/>
                <a:cs typeface="Arial"/>
              </a:rPr>
              <a:t>部分测量 5</a:t>
            </a:r>
          </a:p>
        </p:txBody>
      </p:sp>
      <p:sp>
        <p:nvSpPr>
          <p:cNvPr id="32" name="">
            <a:extLst xmlns:a="http://schemas.openxmlformats.org/drawingml/2006/main">
              <a:ext uri="{FF2B5EF4-FFF2-40B4-BE49-F238E27FC236}">
                <a16:creationId xmlns:a16="http://schemas.microsoft.com/office/drawing/2014/main" id="{338AA0F1-C066-4AB4-BEE6-29F80B98AD9F}"/>
              </a:ext>
            </a:extLst>
          </p:cNvPr>
          <p:cNvSpPr>
            <a:spLocks xmlns:a="http://schemas.openxmlformats.org/drawingml/2006/main" noGrp="1"/>
          </p:cNvSpPr>
          <p:nvPr/>
        </p:nvSpPr>
        <p:spPr>
          <a:xfrm xmlns:a="http://schemas.openxmlformats.org/drawingml/2006/main">
            <a:off x="7000875" y="3105150"/>
            <a:ext cx="4276725" cy="342900"/>
          </a:xfrm>
          <a:prstGeom xmlns:a="http://schemas.openxmlformats.org/drawingml/2006/main" prst="rect">
            <a:avLst/>
          </a:prstGeom>
          <a:solidFill xmlns:a="http://schemas.openxmlformats.org/drawingml/2006/main">
            <a:srgbClr val="C8CED7"/>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82BE0C6-4E39-4A54-9A2B-85572240B3AD}"/>
              </a:ext>
            </a:extLst>
          </p:cNvPr>
          <p:cNvSpPr>
            <a:spLocks xmlns:a="http://schemas.openxmlformats.org/drawingml/2006/main" noGrp="1"/>
          </p:cNvSpPr>
          <p:nvPr/>
        </p:nvSpPr>
        <p:spPr>
          <a:xfrm xmlns:a="http://schemas.openxmlformats.org/drawingml/2006/main">
            <a:off x="7000875" y="3476625"/>
            <a:ext cx="42576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64748B"/>
                </a:solidFill>
                <a:latin typeface="Arial"/>
                <a:ea typeface="Arial"/>
                <a:cs typeface="Arial"/>
              </a:defRPr>
            </a:pPr>
            <a:r>
              <a:rPr sz="900" b="1">
                <a:solidFill>
                  <a:srgbClr val="64748B"/>
                </a:solidFill>
                <a:latin typeface="Arial"/>
                <a:ea typeface="Arial"/>
                <a:cs typeface="Arial"/>
              </a:rPr>
              <a:t>未测量 11</a:t>
            </a:r>
          </a:p>
        </p:txBody>
      </p:sp>
      <p:sp>
        <p:nvSpPr>
          <p:cNvPr id="34" name="">
            <a:extLst xmlns:a="http://schemas.openxmlformats.org/drawingml/2006/main">
              <a:ext uri="{FF2B5EF4-FFF2-40B4-BE49-F238E27FC236}">
                <a16:creationId xmlns:a16="http://schemas.microsoft.com/office/drawing/2014/main" id="{74B54D91-7DCF-4179-8B01-F26F6F931845}"/>
              </a:ext>
            </a:extLst>
          </p:cNvPr>
          <p:cNvSpPr>
            <a:spLocks xmlns:a="http://schemas.openxmlformats.org/drawingml/2006/main" noGrp="1"/>
          </p:cNvSpPr>
          <p:nvPr/>
        </p:nvSpPr>
        <p:spPr>
          <a:xfrm xmlns:a="http://schemas.openxmlformats.org/drawingml/2006/main">
            <a:off x="704850" y="3019425"/>
            <a:ext cx="180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90909"/>
          </a:bodyPr>
          <a:lstStyle xmlns:a="http://schemas.openxmlformats.org/drawingml/2006/main"/>
          <a:p xmlns:a="http://schemas.openxmlformats.org/drawingml/2006/main">
            <a:pPr algn="l">
              <a:defRPr sz="4950" b="1">
                <a:solidFill>
                  <a:srgbClr val="152338"/>
                </a:solidFill>
                <a:latin typeface="Arial"/>
                <a:ea typeface="Arial"/>
                <a:cs typeface="Arial"/>
              </a:defRPr>
            </a:pPr>
            <a:r>
              <a:rPr sz="4950" b="1">
                <a:solidFill>
                  <a:srgbClr val="152338"/>
                </a:solidFill>
                <a:latin typeface="Arial"/>
                <a:ea typeface="Arial"/>
                <a:cs typeface="Arial"/>
              </a:rPr>
              <a:t>20</a:t>
            </a:r>
          </a:p>
        </p:txBody>
      </p:sp>
      <p:sp>
        <p:nvSpPr>
          <p:cNvPr id="35" name="">
            <a:extLst xmlns:a="http://schemas.openxmlformats.org/drawingml/2006/main">
              <a:ext uri="{FF2B5EF4-FFF2-40B4-BE49-F238E27FC236}">
                <a16:creationId xmlns:a16="http://schemas.microsoft.com/office/drawing/2014/main" id="{F2D12685-5E8A-40A7-BC93-727D95EF06C1}"/>
              </a:ext>
            </a:extLst>
          </p:cNvPr>
          <p:cNvSpPr>
            <a:spLocks xmlns:a="http://schemas.openxmlformats.org/drawingml/2006/main" noGrp="1"/>
          </p:cNvSpPr>
          <p:nvPr/>
        </p:nvSpPr>
        <p:spPr>
          <a:xfrm xmlns:a="http://schemas.openxmlformats.org/drawingml/2006/main">
            <a:off x="762000" y="3724275"/>
            <a:ext cx="1952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1">
                <a:solidFill>
                  <a:srgbClr val="152338"/>
                </a:solidFill>
                <a:latin typeface="Arial"/>
                <a:ea typeface="Arial"/>
                <a:cs typeface="Arial"/>
              </a:defRPr>
            </a:pPr>
            <a:r>
              <a:rPr sz="1200" b="1">
                <a:solidFill>
                  <a:srgbClr val="152338"/>
                </a:solidFill>
                <a:latin typeface="Arial"/>
                <a:ea typeface="Arial"/>
                <a:cs typeface="Arial"/>
              </a:rPr>
              <a:t>项指标建模</a:t>
            </a:r>
          </a:p>
        </p:txBody>
      </p:sp>
      <p:sp>
        <p:nvSpPr>
          <p:cNvPr id="36" name="">
            <a:extLst xmlns:a="http://schemas.openxmlformats.org/drawingml/2006/main">
              <a:ext uri="{FF2B5EF4-FFF2-40B4-BE49-F238E27FC236}">
                <a16:creationId xmlns:a16="http://schemas.microsoft.com/office/drawing/2014/main" id="{60320402-9B07-4B46-BC69-CE2DA6D783BE}"/>
              </a:ext>
            </a:extLst>
          </p:cNvPr>
          <p:cNvSpPr>
            <a:spLocks xmlns:a="http://schemas.openxmlformats.org/drawingml/2006/main" noGrp="1"/>
          </p:cNvSpPr>
          <p:nvPr/>
        </p:nvSpPr>
        <p:spPr>
          <a:xfrm xmlns:a="http://schemas.openxmlformats.org/drawingml/2006/main">
            <a:off x="647700" y="4257675"/>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56B3AE3-06C6-4239-B346-F1A7C9381064}"/>
              </a:ext>
            </a:extLst>
          </p:cNvPr>
          <p:cNvSpPr>
            <a:spLocks xmlns:a="http://schemas.openxmlformats.org/drawingml/2006/main" noGrp="1"/>
          </p:cNvSpPr>
          <p:nvPr/>
        </p:nvSpPr>
        <p:spPr>
          <a:xfrm xmlns:a="http://schemas.openxmlformats.org/drawingml/2006/main">
            <a:off x="800100" y="4171950"/>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① Idle</a:t>
            </a:r>
          </a:p>
        </p:txBody>
      </p:sp>
      <p:sp>
        <p:nvSpPr>
          <p:cNvPr id="38" name="">
            <a:extLst xmlns:a="http://schemas.openxmlformats.org/drawingml/2006/main">
              <a:ext uri="{FF2B5EF4-FFF2-40B4-BE49-F238E27FC236}">
                <a16:creationId xmlns:a16="http://schemas.microsoft.com/office/drawing/2014/main" id="{674FFEAC-EC77-4BCA-A0D9-132E1A11F34E}"/>
              </a:ext>
            </a:extLst>
          </p:cNvPr>
          <p:cNvSpPr>
            <a:spLocks xmlns:a="http://schemas.openxmlformats.org/drawingml/2006/main" noGrp="1"/>
          </p:cNvSpPr>
          <p:nvPr/>
        </p:nvSpPr>
        <p:spPr>
          <a:xfrm xmlns:a="http://schemas.openxmlformats.org/drawingml/2006/main">
            <a:off x="2495550" y="4171950"/>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空闲时长</a:t>
            </a:r>
          </a:p>
        </p:txBody>
      </p:sp>
      <p:sp>
        <p:nvSpPr>
          <p:cNvPr id="39" name="">
            <a:extLst xmlns:a="http://schemas.openxmlformats.org/drawingml/2006/main">
              <a:ext uri="{FF2B5EF4-FFF2-40B4-BE49-F238E27FC236}">
                <a16:creationId xmlns:a16="http://schemas.microsoft.com/office/drawing/2014/main" id="{EEE583F7-7C97-4F59-943B-92673EFE5326}"/>
              </a:ext>
            </a:extLst>
          </p:cNvPr>
          <p:cNvSpPr>
            <a:spLocks xmlns:a="http://schemas.openxmlformats.org/drawingml/2006/main" noGrp="1"/>
          </p:cNvSpPr>
          <p:nvPr/>
        </p:nvSpPr>
        <p:spPr>
          <a:xfrm xmlns:a="http://schemas.openxmlformats.org/drawingml/2006/main">
            <a:off x="647700" y="4629150"/>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75CBEB13-AC8E-43EA-811B-64358B71BB90}"/>
              </a:ext>
            </a:extLst>
          </p:cNvPr>
          <p:cNvSpPr>
            <a:spLocks xmlns:a="http://schemas.openxmlformats.org/drawingml/2006/main" noGrp="1"/>
          </p:cNvSpPr>
          <p:nvPr/>
        </p:nvSpPr>
        <p:spPr>
          <a:xfrm xmlns:a="http://schemas.openxmlformats.org/drawingml/2006/main">
            <a:off x="800100" y="4543425"/>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② Running</a:t>
            </a:r>
          </a:p>
        </p:txBody>
      </p:sp>
      <p:sp>
        <p:nvSpPr>
          <p:cNvPr id="41" name="">
            <a:extLst xmlns:a="http://schemas.openxmlformats.org/drawingml/2006/main">
              <a:ext uri="{FF2B5EF4-FFF2-40B4-BE49-F238E27FC236}">
                <a16:creationId xmlns:a16="http://schemas.microsoft.com/office/drawing/2014/main" id="{042A29E6-DF26-46D3-90CA-F7ABE1D6454B}"/>
              </a:ext>
            </a:extLst>
          </p:cNvPr>
          <p:cNvSpPr>
            <a:spLocks xmlns:a="http://schemas.openxmlformats.org/drawingml/2006/main" noGrp="1"/>
          </p:cNvSpPr>
          <p:nvPr/>
        </p:nvSpPr>
        <p:spPr>
          <a:xfrm xmlns:a="http://schemas.openxmlformats.org/drawingml/2006/main">
            <a:off x="2495550" y="4543425"/>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任务完成成功率 · 端到端时延 / 成本</a:t>
            </a:r>
          </a:p>
        </p:txBody>
      </p:sp>
      <p:sp>
        <p:nvSpPr>
          <p:cNvPr id="42" name="">
            <a:extLst xmlns:a="http://schemas.openxmlformats.org/drawingml/2006/main">
              <a:ext uri="{FF2B5EF4-FFF2-40B4-BE49-F238E27FC236}">
                <a16:creationId xmlns:a16="http://schemas.microsoft.com/office/drawing/2014/main" id="{1EAA0F68-BEF7-4C89-8049-877EF4278C94}"/>
              </a:ext>
            </a:extLst>
          </p:cNvPr>
          <p:cNvSpPr>
            <a:spLocks xmlns:a="http://schemas.openxmlformats.org/drawingml/2006/main" noGrp="1"/>
          </p:cNvSpPr>
          <p:nvPr/>
        </p:nvSpPr>
        <p:spPr>
          <a:xfrm xmlns:a="http://schemas.openxmlformats.org/drawingml/2006/main">
            <a:off x="647700" y="5000625"/>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1462B74B-DB00-4591-AA9C-62032B16D654}"/>
              </a:ext>
            </a:extLst>
          </p:cNvPr>
          <p:cNvSpPr>
            <a:spLocks xmlns:a="http://schemas.openxmlformats.org/drawingml/2006/main" noGrp="1"/>
          </p:cNvSpPr>
          <p:nvPr/>
        </p:nvSpPr>
        <p:spPr>
          <a:xfrm xmlns:a="http://schemas.openxmlformats.org/drawingml/2006/main">
            <a:off x="800100" y="4914900"/>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③ Reasoning</a:t>
            </a:r>
          </a:p>
        </p:txBody>
      </p:sp>
      <p:sp>
        <p:nvSpPr>
          <p:cNvPr id="44" name="">
            <a:extLst xmlns:a="http://schemas.openxmlformats.org/drawingml/2006/main">
              <a:ext uri="{FF2B5EF4-FFF2-40B4-BE49-F238E27FC236}">
                <a16:creationId xmlns:a16="http://schemas.microsoft.com/office/drawing/2014/main" id="{08B47DC6-E326-4EA3-A77D-E8627B35FE8D}"/>
              </a:ext>
            </a:extLst>
          </p:cNvPr>
          <p:cNvSpPr>
            <a:spLocks xmlns:a="http://schemas.openxmlformats.org/drawingml/2006/main" noGrp="1"/>
          </p:cNvSpPr>
          <p:nvPr/>
        </p:nvSpPr>
        <p:spPr>
          <a:xfrm xmlns:a="http://schemas.openxmlformats.org/drawingml/2006/main">
            <a:off x="2495550" y="4914900"/>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计划正确率</a:t>
            </a:r>
          </a:p>
        </p:txBody>
      </p:sp>
      <p:sp>
        <p:nvSpPr>
          <p:cNvPr id="45" name="">
            <a:extLst xmlns:a="http://schemas.openxmlformats.org/drawingml/2006/main">
              <a:ext uri="{FF2B5EF4-FFF2-40B4-BE49-F238E27FC236}">
                <a16:creationId xmlns:a16="http://schemas.microsoft.com/office/drawing/2014/main" id="{87625DCC-92DD-4D33-8B7A-4EA7F13B2855}"/>
              </a:ext>
            </a:extLst>
          </p:cNvPr>
          <p:cNvSpPr>
            <a:spLocks xmlns:a="http://schemas.openxmlformats.org/drawingml/2006/main" noGrp="1"/>
          </p:cNvSpPr>
          <p:nvPr/>
        </p:nvSpPr>
        <p:spPr>
          <a:xfrm xmlns:a="http://schemas.openxmlformats.org/drawingml/2006/main">
            <a:off x="647700" y="5372100"/>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A0B780BA-A4AB-477A-B575-22B6A55AB452}"/>
              </a:ext>
            </a:extLst>
          </p:cNvPr>
          <p:cNvSpPr>
            <a:spLocks xmlns:a="http://schemas.openxmlformats.org/drawingml/2006/main" noGrp="1"/>
          </p:cNvSpPr>
          <p:nvPr/>
        </p:nvSpPr>
        <p:spPr>
          <a:xfrm xmlns:a="http://schemas.openxmlformats.org/drawingml/2006/main">
            <a:off x="800100" y="5286375"/>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④ Retrieving</a:t>
            </a:r>
          </a:p>
        </p:txBody>
      </p:sp>
      <p:sp>
        <p:nvSpPr>
          <p:cNvPr id="47" name="">
            <a:extLst xmlns:a="http://schemas.openxmlformats.org/drawingml/2006/main">
              <a:ext uri="{FF2B5EF4-FFF2-40B4-BE49-F238E27FC236}">
                <a16:creationId xmlns:a16="http://schemas.microsoft.com/office/drawing/2014/main" id="{AB4DA82F-60CC-49D8-A6B8-30B64EB39EE7}"/>
              </a:ext>
            </a:extLst>
          </p:cNvPr>
          <p:cNvSpPr>
            <a:spLocks xmlns:a="http://schemas.openxmlformats.org/drawingml/2006/main" noGrp="1"/>
          </p:cNvSpPr>
          <p:nvPr/>
        </p:nvSpPr>
        <p:spPr>
          <a:xfrm xmlns:a="http://schemas.openxmlformats.org/drawingml/2006/main">
            <a:off x="2495550" y="5286375"/>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检索召回与排序</a:t>
            </a:r>
          </a:p>
        </p:txBody>
      </p:sp>
      <p:sp>
        <p:nvSpPr>
          <p:cNvPr id="48" name="">
            <a:extLst xmlns:a="http://schemas.openxmlformats.org/drawingml/2006/main">
              <a:ext uri="{FF2B5EF4-FFF2-40B4-BE49-F238E27FC236}">
                <a16:creationId xmlns:a16="http://schemas.microsoft.com/office/drawing/2014/main" id="{60DFE68F-381C-4365-8FF4-3FB76ECD244A}"/>
              </a:ext>
            </a:extLst>
          </p:cNvPr>
          <p:cNvSpPr>
            <a:spLocks xmlns:a="http://schemas.openxmlformats.org/drawingml/2006/main" noGrp="1"/>
          </p:cNvSpPr>
          <p:nvPr/>
        </p:nvSpPr>
        <p:spPr>
          <a:xfrm xmlns:a="http://schemas.openxmlformats.org/drawingml/2006/main">
            <a:off x="647700" y="5743575"/>
            <a:ext cx="76200" cy="76200"/>
          </a:xfrm>
          <a:prstGeom xmlns:a="http://schemas.openxmlformats.org/drawingml/2006/main" prst="roundRect">
            <a:avLst>
              <a:gd name="adj" fmla="val 50000"/>
            </a:avLst>
          </a:prstGeom>
          <a:solidFill xmlns:a="http://schemas.openxmlformats.org/drawingml/2006/main">
            <a:srgbClr val="C65D32"/>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99FF099-F499-41C5-BB12-175AF5D4BC6D}"/>
              </a:ext>
            </a:extLst>
          </p:cNvPr>
          <p:cNvSpPr>
            <a:spLocks xmlns:a="http://schemas.openxmlformats.org/drawingml/2006/main" noGrp="1"/>
          </p:cNvSpPr>
          <p:nvPr/>
        </p:nvSpPr>
        <p:spPr>
          <a:xfrm xmlns:a="http://schemas.openxmlformats.org/drawingml/2006/main">
            <a:off x="800100" y="5657850"/>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⑤ Acting</a:t>
            </a:r>
          </a:p>
        </p:txBody>
      </p:sp>
      <p:sp>
        <p:nvSpPr>
          <p:cNvPr id="50" name="">
            <a:extLst xmlns:a="http://schemas.openxmlformats.org/drawingml/2006/main">
              <a:ext uri="{FF2B5EF4-FFF2-40B4-BE49-F238E27FC236}">
                <a16:creationId xmlns:a16="http://schemas.microsoft.com/office/drawing/2014/main" id="{EFF894A6-2572-44F5-A05C-64603E7D0AC5}"/>
              </a:ext>
            </a:extLst>
          </p:cNvPr>
          <p:cNvSpPr>
            <a:spLocks xmlns:a="http://schemas.openxmlformats.org/drawingml/2006/main" noGrp="1"/>
          </p:cNvSpPr>
          <p:nvPr/>
        </p:nvSpPr>
        <p:spPr>
          <a:xfrm xmlns:a="http://schemas.openxmlformats.org/drawingml/2006/main">
            <a:off x="2495550" y="5657850"/>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工具成功率与轮次 · 去重 P/R 与无损率</a:t>
            </a:r>
          </a:p>
        </p:txBody>
      </p:sp>
      <p:sp>
        <p:nvSpPr>
          <p:cNvPr id="51" name="">
            <a:extLst xmlns:a="http://schemas.openxmlformats.org/drawingml/2006/main">
              <a:ext uri="{FF2B5EF4-FFF2-40B4-BE49-F238E27FC236}">
                <a16:creationId xmlns:a16="http://schemas.microsoft.com/office/drawing/2014/main" id="{E2E5FA32-01F9-4286-9FA0-7543EF3FCCF5}"/>
              </a:ext>
            </a:extLst>
          </p:cNvPr>
          <p:cNvSpPr>
            <a:spLocks xmlns:a="http://schemas.openxmlformats.org/drawingml/2006/main" noGrp="1"/>
          </p:cNvSpPr>
          <p:nvPr/>
        </p:nvSpPr>
        <p:spPr>
          <a:xfrm xmlns:a="http://schemas.openxmlformats.org/drawingml/2006/main">
            <a:off x="6248400" y="4257675"/>
            <a:ext cx="76200" cy="76200"/>
          </a:xfrm>
          <a:prstGeom xmlns:a="http://schemas.openxmlformats.org/drawingml/2006/main" prst="roundRect">
            <a:avLst>
              <a:gd name="adj" fmla="val 50000"/>
            </a:avLst>
          </a:prstGeom>
          <a:solidFill xmlns:a="http://schemas.openxmlformats.org/drawingml/2006/main">
            <a:srgbClr val="C65D32"/>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761F6596-8531-4A50-B9EF-015773325AB0}"/>
              </a:ext>
            </a:extLst>
          </p:cNvPr>
          <p:cNvSpPr>
            <a:spLocks xmlns:a="http://schemas.openxmlformats.org/drawingml/2006/main" noGrp="1"/>
          </p:cNvSpPr>
          <p:nvPr/>
        </p:nvSpPr>
        <p:spPr>
          <a:xfrm xmlns:a="http://schemas.openxmlformats.org/drawingml/2006/main">
            <a:off x="6400800" y="4171950"/>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⑥ Verifying</a:t>
            </a:r>
          </a:p>
        </p:txBody>
      </p:sp>
      <p:sp>
        <p:nvSpPr>
          <p:cNvPr id="53" name="">
            <a:extLst xmlns:a="http://schemas.openxmlformats.org/drawingml/2006/main">
              <a:ext uri="{FF2B5EF4-FFF2-40B4-BE49-F238E27FC236}">
                <a16:creationId xmlns:a16="http://schemas.microsoft.com/office/drawing/2014/main" id="{07789ECC-265B-4C25-98D6-F21000FD24C7}"/>
              </a:ext>
            </a:extLst>
          </p:cNvPr>
          <p:cNvSpPr>
            <a:spLocks xmlns:a="http://schemas.openxmlformats.org/drawingml/2006/main" noGrp="1"/>
          </p:cNvSpPr>
          <p:nvPr/>
        </p:nvSpPr>
        <p:spPr>
          <a:xfrm xmlns:a="http://schemas.openxmlformats.org/drawingml/2006/main">
            <a:off x="8096250" y="4171950"/>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验收通过率与回归</a:t>
            </a:r>
          </a:p>
        </p:txBody>
      </p:sp>
      <p:sp>
        <p:nvSpPr>
          <p:cNvPr id="54" name="">
            <a:extLst xmlns:a="http://schemas.openxmlformats.org/drawingml/2006/main">
              <a:ext uri="{FF2B5EF4-FFF2-40B4-BE49-F238E27FC236}">
                <a16:creationId xmlns:a16="http://schemas.microsoft.com/office/drawing/2014/main" id="{F7BB0942-D48F-4077-8FC3-A91BB0606A3F}"/>
              </a:ext>
            </a:extLst>
          </p:cNvPr>
          <p:cNvSpPr>
            <a:spLocks xmlns:a="http://schemas.openxmlformats.org/drawingml/2006/main" noGrp="1"/>
          </p:cNvSpPr>
          <p:nvPr/>
        </p:nvSpPr>
        <p:spPr>
          <a:xfrm xmlns:a="http://schemas.openxmlformats.org/drawingml/2006/main">
            <a:off x="6248400" y="4629150"/>
            <a:ext cx="76200" cy="76200"/>
          </a:xfrm>
          <a:prstGeom xmlns:a="http://schemas.openxmlformats.org/drawingml/2006/main" prst="roundRect">
            <a:avLst>
              <a:gd name="adj" fmla="val 50000"/>
            </a:avLst>
          </a:prstGeom>
          <a:solidFill xmlns:a="http://schemas.openxmlformats.org/drawingml/2006/main">
            <a:srgbClr val="C65D32"/>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5FE78D3C-FAE6-46D3-8D0F-00B06389B56A}"/>
              </a:ext>
            </a:extLst>
          </p:cNvPr>
          <p:cNvSpPr>
            <a:spLocks xmlns:a="http://schemas.openxmlformats.org/drawingml/2006/main" noGrp="1"/>
          </p:cNvSpPr>
          <p:nvPr/>
        </p:nvSpPr>
        <p:spPr>
          <a:xfrm xmlns:a="http://schemas.openxmlformats.org/drawingml/2006/main">
            <a:off x="6400800" y="4543425"/>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⑦ Finalizing</a:t>
            </a:r>
          </a:p>
        </p:txBody>
      </p:sp>
      <p:sp>
        <p:nvSpPr>
          <p:cNvPr id="56" name="">
            <a:extLst xmlns:a="http://schemas.openxmlformats.org/drawingml/2006/main">
              <a:ext uri="{FF2B5EF4-FFF2-40B4-BE49-F238E27FC236}">
                <a16:creationId xmlns:a16="http://schemas.microsoft.com/office/drawing/2014/main" id="{8FCBC9FB-5F68-4C90-B9D2-0DEBF9CBB285}"/>
              </a:ext>
            </a:extLst>
          </p:cNvPr>
          <p:cNvSpPr>
            <a:spLocks xmlns:a="http://schemas.openxmlformats.org/drawingml/2006/main" noGrp="1"/>
          </p:cNvSpPr>
          <p:nvPr/>
        </p:nvSpPr>
        <p:spPr>
          <a:xfrm xmlns:a="http://schemas.openxmlformats.org/drawingml/2006/main">
            <a:off x="8096250" y="4543425"/>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登记完整率 · 记忆准确率与拒答</a:t>
            </a:r>
          </a:p>
        </p:txBody>
      </p:sp>
      <p:sp>
        <p:nvSpPr>
          <p:cNvPr id="57" name="">
            <a:extLst xmlns:a="http://schemas.openxmlformats.org/drawingml/2006/main">
              <a:ext uri="{FF2B5EF4-FFF2-40B4-BE49-F238E27FC236}">
                <a16:creationId xmlns:a16="http://schemas.microsoft.com/office/drawing/2014/main" id="{EAD615E8-CA24-490F-9470-33B60244C51C}"/>
              </a:ext>
            </a:extLst>
          </p:cNvPr>
          <p:cNvSpPr>
            <a:spLocks xmlns:a="http://schemas.openxmlformats.org/drawingml/2006/main" noGrp="1"/>
          </p:cNvSpPr>
          <p:nvPr/>
        </p:nvSpPr>
        <p:spPr>
          <a:xfrm xmlns:a="http://schemas.openxmlformats.org/drawingml/2006/main">
            <a:off x="6248400" y="5000625"/>
            <a:ext cx="76200" cy="76200"/>
          </a:xfrm>
          <a:prstGeom xmlns:a="http://schemas.openxmlformats.org/drawingml/2006/main" prst="roundRect">
            <a:avLst>
              <a:gd name="adj" fmla="val 50000"/>
            </a:avLst>
          </a:prstGeom>
          <a:solidFill xmlns:a="http://schemas.openxmlformats.org/drawingml/2006/main">
            <a:srgbClr val="AAB3BF"/>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AE3217C8-4BD6-4A58-A021-0247B94B1F0B}"/>
              </a:ext>
            </a:extLst>
          </p:cNvPr>
          <p:cNvSpPr>
            <a:spLocks xmlns:a="http://schemas.openxmlformats.org/drawingml/2006/main" noGrp="1"/>
          </p:cNvSpPr>
          <p:nvPr/>
        </p:nvSpPr>
        <p:spPr>
          <a:xfrm xmlns:a="http://schemas.openxmlformats.org/drawingml/2006/main">
            <a:off x="6400800" y="4914900"/>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⑧⑨ 等待态</a:t>
            </a:r>
          </a:p>
        </p:txBody>
      </p:sp>
      <p:sp>
        <p:nvSpPr>
          <p:cNvPr id="59" name="">
            <a:extLst xmlns:a="http://schemas.openxmlformats.org/drawingml/2006/main">
              <a:ext uri="{FF2B5EF4-FFF2-40B4-BE49-F238E27FC236}">
                <a16:creationId xmlns:a16="http://schemas.microsoft.com/office/drawing/2014/main" id="{AB6311CB-9AB9-4DBA-99FD-E3DF78B05EA5}"/>
              </a:ext>
            </a:extLst>
          </p:cNvPr>
          <p:cNvSpPr>
            <a:spLocks xmlns:a="http://schemas.openxmlformats.org/drawingml/2006/main" noGrp="1"/>
          </p:cNvSpPr>
          <p:nvPr/>
        </p:nvSpPr>
        <p:spPr>
          <a:xfrm xmlns:a="http://schemas.openxmlformats.org/drawingml/2006/main">
            <a:off x="8096250" y="4914900"/>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等待 / 唤醒时延 · 请示频率与回环</a:t>
            </a:r>
          </a:p>
        </p:txBody>
      </p:sp>
      <p:sp>
        <p:nvSpPr>
          <p:cNvPr id="60" name="">
            <a:extLst xmlns:a="http://schemas.openxmlformats.org/drawingml/2006/main">
              <a:ext uri="{FF2B5EF4-FFF2-40B4-BE49-F238E27FC236}">
                <a16:creationId xmlns:a16="http://schemas.microsoft.com/office/drawing/2014/main" id="{D676208C-D239-42E3-9D70-3B5CE1D652B8}"/>
              </a:ext>
            </a:extLst>
          </p:cNvPr>
          <p:cNvSpPr>
            <a:spLocks xmlns:a="http://schemas.openxmlformats.org/drawingml/2006/main" noGrp="1"/>
          </p:cNvSpPr>
          <p:nvPr/>
        </p:nvSpPr>
        <p:spPr>
          <a:xfrm xmlns:a="http://schemas.openxmlformats.org/drawingml/2006/main">
            <a:off x="6248400" y="5372100"/>
            <a:ext cx="76200" cy="76200"/>
          </a:xfrm>
          <a:prstGeom xmlns:a="http://schemas.openxmlformats.org/drawingml/2006/main" prst="roundRect">
            <a:avLst>
              <a:gd name="adj" fmla="val 50000"/>
            </a:avLst>
          </a:prstGeom>
          <a:solidFill xmlns:a="http://schemas.openxmlformats.org/drawingml/2006/main">
            <a:srgbClr val="AAB3BF"/>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63E3090B-B111-48C7-95C2-2E47E0CDC796}"/>
              </a:ext>
            </a:extLst>
          </p:cNvPr>
          <p:cNvSpPr>
            <a:spLocks xmlns:a="http://schemas.openxmlformats.org/drawingml/2006/main" noGrp="1"/>
          </p:cNvSpPr>
          <p:nvPr/>
        </p:nvSpPr>
        <p:spPr>
          <a:xfrm xmlns:a="http://schemas.openxmlformats.org/drawingml/2006/main">
            <a:off x="6400800" y="5286375"/>
            <a:ext cx="1628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⑩⑪ 正交 / 终态</a:t>
            </a:r>
          </a:p>
        </p:txBody>
      </p:sp>
      <p:sp>
        <p:nvSpPr>
          <p:cNvPr id="62" name="">
            <a:extLst xmlns:a="http://schemas.openxmlformats.org/drawingml/2006/main">
              <a:ext uri="{FF2B5EF4-FFF2-40B4-BE49-F238E27FC236}">
                <a16:creationId xmlns:a16="http://schemas.microsoft.com/office/drawing/2014/main" id="{7689804C-37CA-4247-9825-8DD3AD4CEEA4}"/>
              </a:ext>
            </a:extLst>
          </p:cNvPr>
          <p:cNvSpPr>
            <a:spLocks xmlns:a="http://schemas.openxmlformats.org/drawingml/2006/main" noGrp="1"/>
          </p:cNvSpPr>
          <p:nvPr/>
        </p:nvSpPr>
        <p:spPr>
          <a:xfrm xmlns:a="http://schemas.openxmlformats.org/drawingml/2006/main">
            <a:off x="8096250" y="5286375"/>
            <a:ext cx="3486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（观测点）</a:t>
            </a:r>
          </a:p>
        </p:txBody>
      </p:sp>
      <p:sp>
        <p:nvSpPr>
          <p:cNvPr id="63" name="">
            <a:extLst xmlns:a="http://schemas.openxmlformats.org/drawingml/2006/main">
              <a:ext uri="{FF2B5EF4-FFF2-40B4-BE49-F238E27FC236}">
                <a16:creationId xmlns:a16="http://schemas.microsoft.com/office/drawing/2014/main" id="{4545E3DB-902A-439A-9462-589874786A12}"/>
              </a:ext>
            </a:extLst>
          </p:cNvPr>
          <p:cNvSpPr>
            <a:spLocks xmlns:a="http://schemas.openxmlformats.org/drawingml/2006/main" noGrp="1"/>
          </p:cNvSpPr>
          <p:nvPr/>
        </p:nvSpPr>
        <p:spPr>
          <a:xfrm xmlns:a="http://schemas.openxmlformats.org/drawingml/2006/main">
            <a:off x="628650" y="6143625"/>
            <a:ext cx="10934700" cy="9525"/>
          </a:xfrm>
          <a:prstGeom xmlns:a="http://schemas.openxmlformats.org/drawingml/2006/main" prst="rect">
            <a:avLst/>
          </a:prstGeom>
          <a:solidFill xmlns:a="http://schemas.openxmlformats.org/drawingml/2006/main">
            <a:srgbClr val="D9DEE5"/>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81AF6130-B8EE-478E-BC93-9C9A169860D5}"/>
              </a:ext>
            </a:extLst>
          </p:cNvPr>
          <p:cNvSpPr>
            <a:spLocks xmlns:a="http://schemas.openxmlformats.org/drawingml/2006/main" noGrp="1"/>
          </p:cNvSpPr>
          <p:nvPr/>
        </p:nvSpPr>
        <p:spPr>
          <a:xfrm xmlns:a="http://schemas.openxmlformats.org/drawingml/2006/main">
            <a:off x="695325" y="6162675"/>
            <a:ext cx="1066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315EF6"/>
                </a:solidFill>
                <a:latin typeface="Arial"/>
                <a:ea typeface="Arial"/>
                <a:cs typeface="Arial"/>
              </a:defRPr>
            </a:pPr>
            <a:r>
              <a:rPr sz="900" b="1">
                <a:solidFill>
                  <a:srgbClr val="315EF6"/>
                </a:solidFill>
                <a:latin typeface="Arial"/>
                <a:ea typeface="Arial"/>
                <a:cs typeface="Arial"/>
              </a:rPr>
              <a:t>整体指标看任务成功率与端到端成本；局部指标看每个过程环节是否稳定。逐项定义见附录。</a:t>
            </a:r>
          </a:p>
        </p:txBody>
      </p:sp>
    </p:spTree>
    <p:extLst>
      <p:ext uri="{BB962C8B-B14F-4D97-AF65-F5344CB8AC3E}">
        <p14:creationId xmlns:p14="http://schemas.microsoft.com/office/powerpoint/2010/main" val="689000565"/>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65" name="">
            <a:extLst xmlns:a="http://schemas.openxmlformats.org/drawingml/2006/main">
              <a:ext uri="{FF2B5EF4-FFF2-40B4-BE49-F238E27FC236}">
                <a16:creationId xmlns:a16="http://schemas.microsoft.com/office/drawing/2014/main" id="{9CDC041A-0594-4061-B21C-7BD921B526A9}"/>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05 · GRAPH RAG 支撑流程</a:t>
            </a:r>
          </a:p>
        </p:txBody>
      </p:sp>
      <p:sp>
        <p:nvSpPr>
          <p:cNvPr id="2" name="">
            <a:extLst xmlns:a="http://schemas.openxmlformats.org/drawingml/2006/main">
              <a:ext uri="{FF2B5EF4-FFF2-40B4-BE49-F238E27FC236}">
                <a16:creationId xmlns:a16="http://schemas.microsoft.com/office/drawing/2014/main" id="{E31AD4E2-55E4-4B2F-A36E-121783B5AD3D}"/>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Graph RAG：从知识写入到可追溯回答的完整闭环</a:t>
            </a:r>
          </a:p>
        </p:txBody>
      </p:sp>
      <p:sp>
        <p:nvSpPr>
          <p:cNvPr id="3" name="">
            <a:extLst xmlns:a="http://schemas.openxmlformats.org/drawingml/2006/main">
              <a:ext uri="{FF2B5EF4-FFF2-40B4-BE49-F238E27FC236}">
                <a16:creationId xmlns:a16="http://schemas.microsoft.com/office/drawing/2014/main" id="{1263EA99-A313-4724-9184-61E5019C2408}"/>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左侧是业界通用环节；右侧标出 ArchGraph 的覆盖方式与对应指标</a:t>
            </a:r>
          </a:p>
        </p:txBody>
      </p:sp>
      <p:sp>
        <p:nvSpPr>
          <p:cNvPr id="4" name="">
            <a:extLst xmlns:a="http://schemas.openxmlformats.org/drawingml/2006/main">
              <a:ext uri="{FF2B5EF4-FFF2-40B4-BE49-F238E27FC236}">
                <a16:creationId xmlns:a16="http://schemas.microsoft.com/office/drawing/2014/main" id="{8540E8DD-FE9C-4F40-89D8-97FFB2D73E0A}"/>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AB5E7638-7E6F-4B78-81D0-4CBDE2E3713D}"/>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05</a:t>
            </a:r>
          </a:p>
        </p:txBody>
      </p:sp>
      <p:sp>
        <p:nvSpPr>
          <p:cNvPr id="6" name="">
            <a:extLst xmlns:a="http://schemas.openxmlformats.org/drawingml/2006/main">
              <a:ext uri="{FF2B5EF4-FFF2-40B4-BE49-F238E27FC236}">
                <a16:creationId xmlns:a16="http://schemas.microsoft.com/office/drawing/2014/main" id="{7257ADE8-F270-49A2-8019-3927AB502459}"/>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675" b="0">
                <a:solidFill>
                  <a:srgbClr val="64748B"/>
                </a:solidFill>
                <a:latin typeface="Arial"/>
                <a:ea typeface="Arial"/>
                <a:cs typeface="Arial"/>
              </a:defRPr>
            </a:pPr>
            <a:r>
              <a:rPr sz="675" b="0">
                <a:solidFill>
                  <a:srgbClr val="64748B"/>
                </a:solidFill>
                <a:latin typeface="Arial"/>
                <a:ea typeface="Arial"/>
                <a:cs typeface="Arial"/>
              </a:rPr>
              <a:t>视图 298 Harness</a:t>
            </a:r>
          </a:p>
        </p:txBody>
      </p:sp>
      <p:sp>
        <p:nvSpPr>
          <p:cNvPr id="7" name="">
            <a:extLst xmlns:a="http://schemas.openxmlformats.org/drawingml/2006/main">
              <a:ext uri="{FF2B5EF4-FFF2-40B4-BE49-F238E27FC236}">
                <a16:creationId xmlns:a16="http://schemas.microsoft.com/office/drawing/2014/main" id="{7A4A5FD3-51A1-4108-B0B1-3A5EDCA0DBE1}"/>
              </a:ext>
            </a:extLst>
          </p:cNvPr>
          <p:cNvSpPr>
            <a:spLocks xmlns:a="http://schemas.openxmlformats.org/drawingml/2006/main" noGrp="1"/>
          </p:cNvSpPr>
          <p:nvPr/>
        </p:nvSpPr>
        <p:spPr>
          <a:xfrm xmlns:a="http://schemas.openxmlformats.org/drawingml/2006/main">
            <a:off x="647700" y="194310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写入与知识治理</a:t>
            </a:r>
          </a:p>
        </p:txBody>
      </p:sp>
      <p:sp>
        <p:nvSpPr>
          <p:cNvPr id="8" name="">
            <a:extLst xmlns:a="http://schemas.openxmlformats.org/drawingml/2006/main">
              <a:ext uri="{FF2B5EF4-FFF2-40B4-BE49-F238E27FC236}">
                <a16:creationId xmlns:a16="http://schemas.microsoft.com/office/drawing/2014/main" id="{DB2866F9-4BA2-4BA0-88C5-ADC31C1417E7}"/>
              </a:ext>
            </a:extLst>
          </p:cNvPr>
          <p:cNvSpPr>
            <a:spLocks xmlns:a="http://schemas.openxmlformats.org/drawingml/2006/main" noGrp="1"/>
          </p:cNvSpPr>
          <p:nvPr/>
        </p:nvSpPr>
        <p:spPr>
          <a:xfrm xmlns:a="http://schemas.openxmlformats.org/drawingml/2006/main" flipH="0" flipV="0">
            <a:off x="647700" y="2219325"/>
            <a:ext cx="108966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9" name="">
            <a:extLst xmlns:a="http://schemas.openxmlformats.org/drawingml/2006/main">
              <a:ext uri="{FF2B5EF4-FFF2-40B4-BE49-F238E27FC236}">
                <a16:creationId xmlns:a16="http://schemas.microsoft.com/office/drawing/2014/main" id="{AF912A46-B4D9-45EA-9938-80974E723D56}"/>
              </a:ext>
            </a:extLst>
          </p:cNvPr>
          <p:cNvSpPr>
            <a:spLocks xmlns:a="http://schemas.openxmlformats.org/drawingml/2006/main" noGrp="1"/>
          </p:cNvSpPr>
          <p:nvPr/>
        </p:nvSpPr>
        <p:spPr>
          <a:xfrm xmlns:a="http://schemas.openxmlformats.org/drawingml/2006/main">
            <a:off x="2133600" y="2333625"/>
            <a:ext cx="2214563"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10" name="">
            <a:extLst xmlns:a="http://schemas.openxmlformats.org/drawingml/2006/main">
              <a:ext uri="{FF2B5EF4-FFF2-40B4-BE49-F238E27FC236}">
                <a16:creationId xmlns:a16="http://schemas.microsoft.com/office/drawing/2014/main" id="{87ECE7AF-FB43-4B51-A70E-BD0F30B4E936}"/>
              </a:ext>
            </a:extLst>
          </p:cNvPr>
          <p:cNvSpPr>
            <a:spLocks xmlns:a="http://schemas.openxmlformats.org/drawingml/2006/main" noGrp="1"/>
          </p:cNvSpPr>
          <p:nvPr/>
        </p:nvSpPr>
        <p:spPr>
          <a:xfrm xmlns:a="http://schemas.openxmlformats.org/drawingml/2006/main">
            <a:off x="2209800" y="2381250"/>
            <a:ext cx="2062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L1 · 数据接入与治理</a:t>
            </a:r>
          </a:p>
        </p:txBody>
      </p:sp>
      <p:sp>
        <p:nvSpPr>
          <p:cNvPr id="11" name="">
            <a:extLst xmlns:a="http://schemas.openxmlformats.org/drawingml/2006/main">
              <a:ext uri="{FF2B5EF4-FFF2-40B4-BE49-F238E27FC236}">
                <a16:creationId xmlns:a16="http://schemas.microsoft.com/office/drawing/2014/main" id="{24DC348C-CB0A-4951-8E39-EFE367940D32}"/>
              </a:ext>
            </a:extLst>
          </p:cNvPr>
          <p:cNvSpPr>
            <a:spLocks xmlns:a="http://schemas.openxmlformats.org/drawingml/2006/main" noGrp="1"/>
          </p:cNvSpPr>
          <p:nvPr/>
        </p:nvSpPr>
        <p:spPr>
          <a:xfrm xmlns:a="http://schemas.openxmlformats.org/drawingml/2006/main">
            <a:off x="2209800" y="2628900"/>
            <a:ext cx="206216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来源 / 权限 / 版本</a:t>
            </a:r>
          </a:p>
        </p:txBody>
      </p:sp>
      <p:sp>
        <p:nvSpPr>
          <p:cNvPr id="12" name="">
            <a:extLst xmlns:a="http://schemas.openxmlformats.org/drawingml/2006/main">
              <a:ext uri="{FF2B5EF4-FFF2-40B4-BE49-F238E27FC236}">
                <a16:creationId xmlns:a16="http://schemas.microsoft.com/office/drawing/2014/main" id="{CC1AC133-515B-4C75-A77F-57E44EF28970}"/>
              </a:ext>
            </a:extLst>
          </p:cNvPr>
          <p:cNvSpPr>
            <a:spLocks xmlns:a="http://schemas.openxmlformats.org/drawingml/2006/main" noGrp="1"/>
          </p:cNvSpPr>
          <p:nvPr/>
        </p:nvSpPr>
        <p:spPr>
          <a:xfrm xmlns:a="http://schemas.openxmlformats.org/drawingml/2006/main">
            <a:off x="2209800" y="2914650"/>
            <a:ext cx="2062163"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61FCA1-F951-4328-9C7C-EDC0CE9C644B}"/>
              </a:ext>
            </a:extLst>
          </p:cNvPr>
          <p:cNvSpPr>
            <a:spLocks xmlns:a="http://schemas.openxmlformats.org/drawingml/2006/main" noGrp="1"/>
          </p:cNvSpPr>
          <p:nvPr/>
        </p:nvSpPr>
        <p:spPr>
          <a:xfrm xmlns:a="http://schemas.openxmlformats.org/drawingml/2006/main">
            <a:off x="2247900" y="2924175"/>
            <a:ext cx="198596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11·12</a:t>
            </a:r>
          </a:p>
        </p:txBody>
      </p:sp>
      <p:sp>
        <p:nvSpPr>
          <p:cNvPr id="14" name="">
            <a:extLst xmlns:a="http://schemas.openxmlformats.org/drawingml/2006/main">
              <a:ext uri="{FF2B5EF4-FFF2-40B4-BE49-F238E27FC236}">
                <a16:creationId xmlns:a16="http://schemas.microsoft.com/office/drawing/2014/main" id="{94488F61-63AE-43D5-B663-3DADC1066E9D}"/>
              </a:ext>
            </a:extLst>
          </p:cNvPr>
          <p:cNvSpPr>
            <a:spLocks xmlns:a="http://schemas.openxmlformats.org/drawingml/2006/main" noGrp="1"/>
          </p:cNvSpPr>
          <p:nvPr/>
        </p:nvSpPr>
        <p:spPr>
          <a:xfrm xmlns:a="http://schemas.openxmlformats.org/drawingml/2006/main" flipH="0" flipV="0">
            <a:off x="4348163" y="2762250"/>
            <a:ext cx="1047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15" name="">
            <a:extLst xmlns:a="http://schemas.openxmlformats.org/drawingml/2006/main">
              <a:ext uri="{FF2B5EF4-FFF2-40B4-BE49-F238E27FC236}">
                <a16:creationId xmlns:a16="http://schemas.microsoft.com/office/drawing/2014/main" id="{8C4E71F0-CA28-4EFE-A7C3-BBF93901C5E7}"/>
              </a:ext>
            </a:extLst>
          </p:cNvPr>
          <p:cNvSpPr>
            <a:spLocks xmlns:a="http://schemas.openxmlformats.org/drawingml/2006/main" noGrp="1"/>
          </p:cNvSpPr>
          <p:nvPr/>
        </p:nvSpPr>
        <p:spPr>
          <a:xfrm xmlns:a="http://schemas.openxmlformats.org/drawingml/2006/main">
            <a:off x="4338638" y="2609850"/>
            <a:ext cx="161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500"/>
          </a:bodyPr>
          <a:lstStyle xmlns:a="http://schemas.openxmlformats.org/drawingml/2006/main"/>
          <a:p xmlns:a="http://schemas.openxmlformats.org/drawingml/2006/main">
            <a:pPr algn="ctr">
              <a:defRPr sz="1500" b="1">
                <a:solidFill>
                  <a:srgbClr val="315EF6"/>
                </a:solidFill>
                <a:latin typeface="Arial"/>
                <a:ea typeface="Arial"/>
                <a:cs typeface="Arial"/>
              </a:defRPr>
            </a:pPr>
            <a:r>
              <a:rPr sz="1500" b="1">
                <a:solidFill>
                  <a:srgbClr val="315EF6"/>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BEE6D82B-F919-4006-9300-316DACF396E3}"/>
              </a:ext>
            </a:extLst>
          </p:cNvPr>
          <p:cNvSpPr>
            <a:spLocks xmlns:a="http://schemas.openxmlformats.org/drawingml/2006/main" noGrp="1"/>
          </p:cNvSpPr>
          <p:nvPr/>
        </p:nvSpPr>
        <p:spPr>
          <a:xfrm xmlns:a="http://schemas.openxmlformats.org/drawingml/2006/main">
            <a:off x="4500563" y="2333625"/>
            <a:ext cx="2214563"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17" name="">
            <a:extLst xmlns:a="http://schemas.openxmlformats.org/drawingml/2006/main">
              <a:ext uri="{FF2B5EF4-FFF2-40B4-BE49-F238E27FC236}">
                <a16:creationId xmlns:a16="http://schemas.microsoft.com/office/drawing/2014/main" id="{D6123385-A2C2-41EB-938D-CCC6F1AFC7C0}"/>
              </a:ext>
            </a:extLst>
          </p:cNvPr>
          <p:cNvSpPr>
            <a:spLocks xmlns:a="http://schemas.openxmlformats.org/drawingml/2006/main" noGrp="1"/>
          </p:cNvSpPr>
          <p:nvPr/>
        </p:nvSpPr>
        <p:spPr>
          <a:xfrm xmlns:a="http://schemas.openxmlformats.org/drawingml/2006/main">
            <a:off x="4576763" y="2381250"/>
            <a:ext cx="2062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L2 · 解析与切块</a:t>
            </a:r>
          </a:p>
        </p:txBody>
      </p:sp>
      <p:sp>
        <p:nvSpPr>
          <p:cNvPr id="18" name="">
            <a:extLst xmlns:a="http://schemas.openxmlformats.org/drawingml/2006/main">
              <a:ext uri="{FF2B5EF4-FFF2-40B4-BE49-F238E27FC236}">
                <a16:creationId xmlns:a16="http://schemas.microsoft.com/office/drawing/2014/main" id="{9BD982CD-F177-49EF-9C46-21481E5A743B}"/>
              </a:ext>
            </a:extLst>
          </p:cNvPr>
          <p:cNvSpPr>
            <a:spLocks xmlns:a="http://schemas.openxmlformats.org/drawingml/2006/main" noGrp="1"/>
          </p:cNvSpPr>
          <p:nvPr/>
        </p:nvSpPr>
        <p:spPr>
          <a:xfrm xmlns:a="http://schemas.openxmlformats.org/drawingml/2006/main">
            <a:off x="4576763" y="2628900"/>
            <a:ext cx="206216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chunk / summary 粒度</a:t>
            </a:r>
          </a:p>
        </p:txBody>
      </p:sp>
      <p:sp>
        <p:nvSpPr>
          <p:cNvPr id="19" name="">
            <a:extLst xmlns:a="http://schemas.openxmlformats.org/drawingml/2006/main">
              <a:ext uri="{FF2B5EF4-FFF2-40B4-BE49-F238E27FC236}">
                <a16:creationId xmlns:a16="http://schemas.microsoft.com/office/drawing/2014/main" id="{88B44660-CCC7-4C25-9604-3A70B9CD4F22}"/>
              </a:ext>
            </a:extLst>
          </p:cNvPr>
          <p:cNvSpPr>
            <a:spLocks xmlns:a="http://schemas.openxmlformats.org/drawingml/2006/main" noGrp="1"/>
          </p:cNvSpPr>
          <p:nvPr/>
        </p:nvSpPr>
        <p:spPr>
          <a:xfrm xmlns:a="http://schemas.openxmlformats.org/drawingml/2006/main">
            <a:off x="4576763" y="2914650"/>
            <a:ext cx="2062163" cy="238125"/>
          </a:xfrm>
          <a:prstGeom xmlns:a="http://schemas.openxmlformats.org/drawingml/2006/main" prst="roundRect">
            <a:avLst>
              <a:gd name="adj" fmla="val 48000"/>
            </a:avLst>
          </a:prstGeom>
          <a:solidFill xmlns:a="http://schemas.openxmlformats.org/drawingml/2006/main">
            <a:srgbClr val="315EF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B8B6893-2A25-4656-BE13-B4C94191BB66}"/>
              </a:ext>
            </a:extLst>
          </p:cNvPr>
          <p:cNvSpPr>
            <a:spLocks xmlns:a="http://schemas.openxmlformats.org/drawingml/2006/main" noGrp="1"/>
          </p:cNvSpPr>
          <p:nvPr/>
        </p:nvSpPr>
        <p:spPr>
          <a:xfrm xmlns:a="http://schemas.openxmlformats.org/drawingml/2006/main">
            <a:off x="4614863" y="2924175"/>
            <a:ext cx="198596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替代设计 · 指标 4</a:t>
            </a:r>
          </a:p>
        </p:txBody>
      </p:sp>
      <p:sp>
        <p:nvSpPr>
          <p:cNvPr id="21" name="">
            <a:extLst xmlns:a="http://schemas.openxmlformats.org/drawingml/2006/main">
              <a:ext uri="{FF2B5EF4-FFF2-40B4-BE49-F238E27FC236}">
                <a16:creationId xmlns:a16="http://schemas.microsoft.com/office/drawing/2014/main" id="{FE1AFDE3-3D76-4430-BDA4-CA4C41503537}"/>
              </a:ext>
            </a:extLst>
          </p:cNvPr>
          <p:cNvSpPr>
            <a:spLocks xmlns:a="http://schemas.openxmlformats.org/drawingml/2006/main" noGrp="1"/>
          </p:cNvSpPr>
          <p:nvPr/>
        </p:nvSpPr>
        <p:spPr>
          <a:xfrm xmlns:a="http://schemas.openxmlformats.org/drawingml/2006/main" flipH="0" flipV="0">
            <a:off x="6715125" y="2762250"/>
            <a:ext cx="1047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2" name="">
            <a:extLst xmlns:a="http://schemas.openxmlformats.org/drawingml/2006/main">
              <a:ext uri="{FF2B5EF4-FFF2-40B4-BE49-F238E27FC236}">
                <a16:creationId xmlns:a16="http://schemas.microsoft.com/office/drawing/2014/main" id="{EE51E30F-A29D-41EF-B2A9-5459F1CB87AF}"/>
              </a:ext>
            </a:extLst>
          </p:cNvPr>
          <p:cNvSpPr>
            <a:spLocks xmlns:a="http://schemas.openxmlformats.org/drawingml/2006/main" noGrp="1"/>
          </p:cNvSpPr>
          <p:nvPr/>
        </p:nvSpPr>
        <p:spPr>
          <a:xfrm xmlns:a="http://schemas.openxmlformats.org/drawingml/2006/main">
            <a:off x="6705600" y="2609850"/>
            <a:ext cx="161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500"/>
          </a:bodyPr>
          <a:lstStyle xmlns:a="http://schemas.openxmlformats.org/drawingml/2006/main"/>
          <a:p xmlns:a="http://schemas.openxmlformats.org/drawingml/2006/main">
            <a:pPr algn="ctr">
              <a:defRPr sz="1500" b="1">
                <a:solidFill>
                  <a:srgbClr val="315EF6"/>
                </a:solidFill>
                <a:latin typeface="Arial"/>
                <a:ea typeface="Arial"/>
                <a:cs typeface="Arial"/>
              </a:defRPr>
            </a:pPr>
            <a:r>
              <a:rPr sz="1500" b="1">
                <a:solidFill>
                  <a:srgbClr val="315EF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EEBADEA8-907F-4B93-86FE-4F91B9C53589}"/>
              </a:ext>
            </a:extLst>
          </p:cNvPr>
          <p:cNvSpPr>
            <a:spLocks xmlns:a="http://schemas.openxmlformats.org/drawingml/2006/main" noGrp="1"/>
          </p:cNvSpPr>
          <p:nvPr/>
        </p:nvSpPr>
        <p:spPr>
          <a:xfrm xmlns:a="http://schemas.openxmlformats.org/drawingml/2006/main">
            <a:off x="6867525" y="2333625"/>
            <a:ext cx="2214563"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24" name="">
            <a:extLst xmlns:a="http://schemas.openxmlformats.org/drawingml/2006/main">
              <a:ext uri="{FF2B5EF4-FFF2-40B4-BE49-F238E27FC236}">
                <a16:creationId xmlns:a16="http://schemas.microsoft.com/office/drawing/2014/main" id="{A8140CCD-F093-4C7D-AEE1-71E337405A67}"/>
              </a:ext>
            </a:extLst>
          </p:cNvPr>
          <p:cNvSpPr>
            <a:spLocks xmlns:a="http://schemas.openxmlformats.org/drawingml/2006/main" noGrp="1"/>
          </p:cNvSpPr>
          <p:nvPr/>
        </p:nvSpPr>
        <p:spPr>
          <a:xfrm xmlns:a="http://schemas.openxmlformats.org/drawingml/2006/main">
            <a:off x="6943725" y="2381250"/>
            <a:ext cx="2062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L3 · 嵌入与索引</a:t>
            </a:r>
          </a:p>
        </p:txBody>
      </p:sp>
      <p:sp>
        <p:nvSpPr>
          <p:cNvPr id="25" name="">
            <a:extLst xmlns:a="http://schemas.openxmlformats.org/drawingml/2006/main">
              <a:ext uri="{FF2B5EF4-FFF2-40B4-BE49-F238E27FC236}">
                <a16:creationId xmlns:a16="http://schemas.microsoft.com/office/drawing/2014/main" id="{0D76EA6F-3CAA-4F00-82D9-E70A3873AE8E}"/>
              </a:ext>
            </a:extLst>
          </p:cNvPr>
          <p:cNvSpPr>
            <a:spLocks xmlns:a="http://schemas.openxmlformats.org/drawingml/2006/main" noGrp="1"/>
          </p:cNvSpPr>
          <p:nvPr/>
        </p:nvSpPr>
        <p:spPr>
          <a:xfrm xmlns:a="http://schemas.openxmlformats.org/drawingml/2006/main">
            <a:off x="6943725" y="2628900"/>
            <a:ext cx="206216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向量 + 关键词 + 双投影</a:t>
            </a:r>
          </a:p>
        </p:txBody>
      </p:sp>
      <p:sp>
        <p:nvSpPr>
          <p:cNvPr id="26" name="">
            <a:extLst xmlns:a="http://schemas.openxmlformats.org/drawingml/2006/main">
              <a:ext uri="{FF2B5EF4-FFF2-40B4-BE49-F238E27FC236}">
                <a16:creationId xmlns:a16="http://schemas.microsoft.com/office/drawing/2014/main" id="{05D47C7B-D086-4D79-805C-1EB9FCDD99D0}"/>
              </a:ext>
            </a:extLst>
          </p:cNvPr>
          <p:cNvSpPr>
            <a:spLocks xmlns:a="http://schemas.openxmlformats.org/drawingml/2006/main" noGrp="1"/>
          </p:cNvSpPr>
          <p:nvPr/>
        </p:nvSpPr>
        <p:spPr>
          <a:xfrm xmlns:a="http://schemas.openxmlformats.org/drawingml/2006/main">
            <a:off x="6943725" y="2914650"/>
            <a:ext cx="2062163"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20EEB4-707E-4D4A-8F36-00D076A18DE1}"/>
              </a:ext>
            </a:extLst>
          </p:cNvPr>
          <p:cNvSpPr>
            <a:spLocks xmlns:a="http://schemas.openxmlformats.org/drawingml/2006/main" noGrp="1"/>
          </p:cNvSpPr>
          <p:nvPr/>
        </p:nvSpPr>
        <p:spPr>
          <a:xfrm xmlns:a="http://schemas.openxmlformats.org/drawingml/2006/main">
            <a:off x="6981825" y="2924175"/>
            <a:ext cx="198596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4</a:t>
            </a:r>
          </a:p>
        </p:txBody>
      </p:sp>
      <p:sp>
        <p:nvSpPr>
          <p:cNvPr id="28" name="">
            <a:extLst xmlns:a="http://schemas.openxmlformats.org/drawingml/2006/main">
              <a:ext uri="{FF2B5EF4-FFF2-40B4-BE49-F238E27FC236}">
                <a16:creationId xmlns:a16="http://schemas.microsoft.com/office/drawing/2014/main" id="{7CCED5B1-F0F7-4F23-9172-A5E466128273}"/>
              </a:ext>
            </a:extLst>
          </p:cNvPr>
          <p:cNvSpPr>
            <a:spLocks xmlns:a="http://schemas.openxmlformats.org/drawingml/2006/main" noGrp="1"/>
          </p:cNvSpPr>
          <p:nvPr/>
        </p:nvSpPr>
        <p:spPr>
          <a:xfrm xmlns:a="http://schemas.openxmlformats.org/drawingml/2006/main" flipH="0" flipV="0">
            <a:off x="9082088" y="2762250"/>
            <a:ext cx="104775" cy="9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9" name="">
            <a:extLst xmlns:a="http://schemas.openxmlformats.org/drawingml/2006/main">
              <a:ext uri="{FF2B5EF4-FFF2-40B4-BE49-F238E27FC236}">
                <a16:creationId xmlns:a16="http://schemas.microsoft.com/office/drawing/2014/main" id="{1070B792-39C1-429B-9C51-ADACB4D3B732}"/>
              </a:ext>
            </a:extLst>
          </p:cNvPr>
          <p:cNvSpPr>
            <a:spLocks xmlns:a="http://schemas.openxmlformats.org/drawingml/2006/main" noGrp="1"/>
          </p:cNvSpPr>
          <p:nvPr/>
        </p:nvSpPr>
        <p:spPr>
          <a:xfrm xmlns:a="http://schemas.openxmlformats.org/drawingml/2006/main">
            <a:off x="9072563" y="2609850"/>
            <a:ext cx="161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500"/>
          </a:bodyPr>
          <a:lstStyle xmlns:a="http://schemas.openxmlformats.org/drawingml/2006/main"/>
          <a:p xmlns:a="http://schemas.openxmlformats.org/drawingml/2006/main">
            <a:pPr algn="ctr">
              <a:defRPr sz="1500" b="1">
                <a:solidFill>
                  <a:srgbClr val="315EF6"/>
                </a:solidFill>
                <a:latin typeface="Arial"/>
                <a:ea typeface="Arial"/>
                <a:cs typeface="Arial"/>
              </a:defRPr>
            </a:pPr>
            <a:r>
              <a:rPr sz="1500" b="1">
                <a:solidFill>
                  <a:srgbClr val="315EF6"/>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A29166B6-3257-4221-A7AB-689B590D0A6E}"/>
              </a:ext>
            </a:extLst>
          </p:cNvPr>
          <p:cNvSpPr>
            <a:spLocks xmlns:a="http://schemas.openxmlformats.org/drawingml/2006/main" noGrp="1"/>
          </p:cNvSpPr>
          <p:nvPr/>
        </p:nvSpPr>
        <p:spPr>
          <a:xfrm xmlns:a="http://schemas.openxmlformats.org/drawingml/2006/main">
            <a:off x="9234488" y="2333625"/>
            <a:ext cx="2214563"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31" name="">
            <a:extLst xmlns:a="http://schemas.openxmlformats.org/drawingml/2006/main">
              <a:ext uri="{FF2B5EF4-FFF2-40B4-BE49-F238E27FC236}">
                <a16:creationId xmlns:a16="http://schemas.microsoft.com/office/drawing/2014/main" id="{D3767B8D-EC72-403B-AD3C-19F79320C422}"/>
              </a:ext>
            </a:extLst>
          </p:cNvPr>
          <p:cNvSpPr>
            <a:spLocks xmlns:a="http://schemas.openxmlformats.org/drawingml/2006/main" noGrp="1"/>
          </p:cNvSpPr>
          <p:nvPr/>
        </p:nvSpPr>
        <p:spPr>
          <a:xfrm xmlns:a="http://schemas.openxmlformats.org/drawingml/2006/main">
            <a:off x="9310688" y="2381250"/>
            <a:ext cx="2062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L4 · 图构建与对齐</a:t>
            </a:r>
          </a:p>
        </p:txBody>
      </p:sp>
      <p:sp>
        <p:nvSpPr>
          <p:cNvPr id="32" name="">
            <a:extLst xmlns:a="http://schemas.openxmlformats.org/drawingml/2006/main">
              <a:ext uri="{FF2B5EF4-FFF2-40B4-BE49-F238E27FC236}">
                <a16:creationId xmlns:a16="http://schemas.microsoft.com/office/drawing/2014/main" id="{938F2D93-C5B0-4E96-A6FB-3C80B9EF1EC2}"/>
              </a:ext>
            </a:extLst>
          </p:cNvPr>
          <p:cNvSpPr>
            <a:spLocks xmlns:a="http://schemas.openxmlformats.org/drawingml/2006/main" noGrp="1"/>
          </p:cNvSpPr>
          <p:nvPr/>
        </p:nvSpPr>
        <p:spPr>
          <a:xfrm xmlns:a="http://schemas.openxmlformats.org/drawingml/2006/main">
            <a:off x="9310688" y="2628900"/>
            <a:ext cx="2062163"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实体关系 + 本体对齐</a:t>
            </a:r>
          </a:p>
        </p:txBody>
      </p:sp>
      <p:sp>
        <p:nvSpPr>
          <p:cNvPr id="33" name="">
            <a:extLst xmlns:a="http://schemas.openxmlformats.org/drawingml/2006/main">
              <a:ext uri="{FF2B5EF4-FFF2-40B4-BE49-F238E27FC236}">
                <a16:creationId xmlns:a16="http://schemas.microsoft.com/office/drawing/2014/main" id="{A8A61361-1AB3-47E9-8CEA-FECF200D029E}"/>
              </a:ext>
            </a:extLst>
          </p:cNvPr>
          <p:cNvSpPr>
            <a:spLocks xmlns:a="http://schemas.openxmlformats.org/drawingml/2006/main" noGrp="1"/>
          </p:cNvSpPr>
          <p:nvPr/>
        </p:nvSpPr>
        <p:spPr>
          <a:xfrm xmlns:a="http://schemas.openxmlformats.org/drawingml/2006/main">
            <a:off x="9310688" y="2914650"/>
            <a:ext cx="2062163" cy="238125"/>
          </a:xfrm>
          <a:prstGeom xmlns:a="http://schemas.openxmlformats.org/drawingml/2006/main" prst="roundRect">
            <a:avLst>
              <a:gd name="adj" fmla="val 48000"/>
            </a:avLst>
          </a:prstGeom>
          <a:solidFill xmlns:a="http://schemas.openxmlformats.org/drawingml/2006/main">
            <a:srgbClr val="C65D3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FE23C76-B5C2-4AB6-94C4-0314B30706A6}"/>
              </a:ext>
            </a:extLst>
          </p:cNvPr>
          <p:cNvSpPr>
            <a:spLocks xmlns:a="http://schemas.openxmlformats.org/drawingml/2006/main" noGrp="1"/>
          </p:cNvSpPr>
          <p:nvPr/>
        </p:nvSpPr>
        <p:spPr>
          <a:xfrm xmlns:a="http://schemas.openxmlformats.org/drawingml/2006/main">
            <a:off x="9348788" y="2924175"/>
            <a:ext cx="1985963"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部分 · 指标 7·6</a:t>
            </a:r>
          </a:p>
        </p:txBody>
      </p:sp>
      <p:sp>
        <p:nvSpPr>
          <p:cNvPr id="35" name="">
            <a:extLst xmlns:a="http://schemas.openxmlformats.org/drawingml/2006/main">
              <a:ext uri="{FF2B5EF4-FFF2-40B4-BE49-F238E27FC236}">
                <a16:creationId xmlns:a16="http://schemas.microsoft.com/office/drawing/2014/main" id="{EA6D6106-B970-4A6F-B88E-443F4BF92766}"/>
              </a:ext>
            </a:extLst>
          </p:cNvPr>
          <p:cNvSpPr>
            <a:spLocks xmlns:a="http://schemas.openxmlformats.org/drawingml/2006/main" noGrp="1"/>
          </p:cNvSpPr>
          <p:nvPr/>
        </p:nvSpPr>
        <p:spPr>
          <a:xfrm xmlns:a="http://schemas.openxmlformats.org/drawingml/2006/main">
            <a:off x="647700" y="337185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4866D"/>
                </a:solidFill>
                <a:latin typeface="Arial"/>
                <a:ea typeface="Arial"/>
                <a:cs typeface="Arial"/>
              </a:defRPr>
            </a:pPr>
            <a:r>
              <a:rPr sz="975" b="1">
                <a:solidFill>
                  <a:srgbClr val="14866D"/>
                </a:solidFill>
                <a:latin typeface="Arial"/>
                <a:ea typeface="Arial"/>
                <a:cs typeface="Arial"/>
              </a:rPr>
              <a:t>检索与排序</a:t>
            </a:r>
          </a:p>
        </p:txBody>
      </p:sp>
      <p:sp>
        <p:nvSpPr>
          <p:cNvPr id="36" name="">
            <a:extLst xmlns:a="http://schemas.openxmlformats.org/drawingml/2006/main">
              <a:ext uri="{FF2B5EF4-FFF2-40B4-BE49-F238E27FC236}">
                <a16:creationId xmlns:a16="http://schemas.microsoft.com/office/drawing/2014/main" id="{65000D82-4F70-4A9C-A8E2-5B6179FEFBD8}"/>
              </a:ext>
            </a:extLst>
          </p:cNvPr>
          <p:cNvSpPr>
            <a:spLocks xmlns:a="http://schemas.openxmlformats.org/drawingml/2006/main" noGrp="1"/>
          </p:cNvSpPr>
          <p:nvPr/>
        </p:nvSpPr>
        <p:spPr>
          <a:xfrm xmlns:a="http://schemas.openxmlformats.org/drawingml/2006/main" flipH="0" flipV="0">
            <a:off x="647700" y="3648075"/>
            <a:ext cx="108966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37" name="">
            <a:extLst xmlns:a="http://schemas.openxmlformats.org/drawingml/2006/main">
              <a:ext uri="{FF2B5EF4-FFF2-40B4-BE49-F238E27FC236}">
                <a16:creationId xmlns:a16="http://schemas.microsoft.com/office/drawing/2014/main" id="{9B08B700-87A6-417E-83CA-1A9E3BBAB2B2}"/>
              </a:ext>
            </a:extLst>
          </p:cNvPr>
          <p:cNvSpPr>
            <a:spLocks xmlns:a="http://schemas.openxmlformats.org/drawingml/2006/main" noGrp="1"/>
          </p:cNvSpPr>
          <p:nvPr/>
        </p:nvSpPr>
        <p:spPr>
          <a:xfrm xmlns:a="http://schemas.openxmlformats.org/drawingml/2006/main">
            <a:off x="2133600" y="3762375"/>
            <a:ext cx="4581525"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38" name="">
            <a:extLst xmlns:a="http://schemas.openxmlformats.org/drawingml/2006/main">
              <a:ext uri="{FF2B5EF4-FFF2-40B4-BE49-F238E27FC236}">
                <a16:creationId xmlns:a16="http://schemas.microsoft.com/office/drawing/2014/main" id="{22DC2697-0130-43FB-B05B-2C2965E72111}"/>
              </a:ext>
            </a:extLst>
          </p:cNvPr>
          <p:cNvSpPr>
            <a:spLocks xmlns:a="http://schemas.openxmlformats.org/drawingml/2006/main" noGrp="1"/>
          </p:cNvSpPr>
          <p:nvPr/>
        </p:nvSpPr>
        <p:spPr>
          <a:xfrm xmlns:a="http://schemas.openxmlformats.org/drawingml/2006/main">
            <a:off x="2209800" y="3810000"/>
            <a:ext cx="442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L5 · 召回</a:t>
            </a:r>
          </a:p>
        </p:txBody>
      </p:sp>
      <p:sp>
        <p:nvSpPr>
          <p:cNvPr id="39" name="">
            <a:extLst xmlns:a="http://schemas.openxmlformats.org/drawingml/2006/main">
              <a:ext uri="{FF2B5EF4-FFF2-40B4-BE49-F238E27FC236}">
                <a16:creationId xmlns:a16="http://schemas.microsoft.com/office/drawing/2014/main" id="{F1F62FF0-80F5-46C4-B19F-55D44404B061}"/>
              </a:ext>
            </a:extLst>
          </p:cNvPr>
          <p:cNvSpPr>
            <a:spLocks xmlns:a="http://schemas.openxmlformats.org/drawingml/2006/main" noGrp="1"/>
          </p:cNvSpPr>
          <p:nvPr/>
        </p:nvSpPr>
        <p:spPr>
          <a:xfrm xmlns:a="http://schemas.openxmlformats.org/drawingml/2006/main">
            <a:off x="2209800" y="4057650"/>
            <a:ext cx="4429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向量 / BM25 / 图遍历</a:t>
            </a:r>
          </a:p>
        </p:txBody>
      </p:sp>
      <p:sp>
        <p:nvSpPr>
          <p:cNvPr id="40" name="">
            <a:extLst xmlns:a="http://schemas.openxmlformats.org/drawingml/2006/main">
              <a:ext uri="{FF2B5EF4-FFF2-40B4-BE49-F238E27FC236}">
                <a16:creationId xmlns:a16="http://schemas.microsoft.com/office/drawing/2014/main" id="{128AF913-9260-4C90-9F8F-5FDD07C5A8D4}"/>
              </a:ext>
            </a:extLst>
          </p:cNvPr>
          <p:cNvSpPr>
            <a:spLocks xmlns:a="http://schemas.openxmlformats.org/drawingml/2006/main" noGrp="1"/>
          </p:cNvSpPr>
          <p:nvPr/>
        </p:nvSpPr>
        <p:spPr>
          <a:xfrm xmlns:a="http://schemas.openxmlformats.org/drawingml/2006/main">
            <a:off x="2209800" y="4343400"/>
            <a:ext cx="4429125"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B632700-790F-43E0-87A2-EBDEF1E5BA37}"/>
              </a:ext>
            </a:extLst>
          </p:cNvPr>
          <p:cNvSpPr>
            <a:spLocks xmlns:a="http://schemas.openxmlformats.org/drawingml/2006/main" noGrp="1"/>
          </p:cNvSpPr>
          <p:nvPr/>
        </p:nvSpPr>
        <p:spPr>
          <a:xfrm xmlns:a="http://schemas.openxmlformats.org/drawingml/2006/main">
            <a:off x="2247900" y="4352925"/>
            <a:ext cx="4352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4</a:t>
            </a:r>
          </a:p>
        </p:txBody>
      </p:sp>
      <p:sp>
        <p:nvSpPr>
          <p:cNvPr id="42" name="">
            <a:extLst xmlns:a="http://schemas.openxmlformats.org/drawingml/2006/main">
              <a:ext uri="{FF2B5EF4-FFF2-40B4-BE49-F238E27FC236}">
                <a16:creationId xmlns:a16="http://schemas.microsoft.com/office/drawing/2014/main" id="{BCD77CF7-1B50-4FBC-A71A-DE3D3FD32E8C}"/>
              </a:ext>
            </a:extLst>
          </p:cNvPr>
          <p:cNvSpPr>
            <a:spLocks xmlns:a="http://schemas.openxmlformats.org/drawingml/2006/main" noGrp="1"/>
          </p:cNvSpPr>
          <p:nvPr/>
        </p:nvSpPr>
        <p:spPr>
          <a:xfrm xmlns:a="http://schemas.openxmlformats.org/drawingml/2006/main" flipH="0" flipV="0">
            <a:off x="6715125" y="4191000"/>
            <a:ext cx="104775" cy="95"/>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43" name="">
            <a:extLst xmlns:a="http://schemas.openxmlformats.org/drawingml/2006/main">
              <a:ext uri="{FF2B5EF4-FFF2-40B4-BE49-F238E27FC236}">
                <a16:creationId xmlns:a16="http://schemas.microsoft.com/office/drawing/2014/main" id="{31AEFD0C-1722-4260-BA64-7591D70D1194}"/>
              </a:ext>
            </a:extLst>
          </p:cNvPr>
          <p:cNvSpPr>
            <a:spLocks xmlns:a="http://schemas.openxmlformats.org/drawingml/2006/main" noGrp="1"/>
          </p:cNvSpPr>
          <p:nvPr/>
        </p:nvSpPr>
        <p:spPr>
          <a:xfrm xmlns:a="http://schemas.openxmlformats.org/drawingml/2006/main">
            <a:off x="6705600" y="4038600"/>
            <a:ext cx="161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500"/>
          </a:bodyPr>
          <a:lstStyle xmlns:a="http://schemas.openxmlformats.org/drawingml/2006/main"/>
          <a:p xmlns:a="http://schemas.openxmlformats.org/drawingml/2006/main">
            <a:pPr algn="ctr">
              <a:defRPr sz="1500" b="1">
                <a:solidFill>
                  <a:srgbClr val="14866D"/>
                </a:solidFill>
                <a:latin typeface="Arial"/>
                <a:ea typeface="Arial"/>
                <a:cs typeface="Arial"/>
              </a:defRPr>
            </a:pPr>
            <a:r>
              <a:rPr sz="1500" b="1">
                <a:solidFill>
                  <a:srgbClr val="14866D"/>
                </a:solidFill>
                <a:latin typeface="Arial"/>
                <a:ea typeface="Arial"/>
                <a:cs typeface="Arial"/>
              </a:rPr>
              <a:t>›</a:t>
            </a:r>
          </a:p>
        </p:txBody>
      </p:sp>
      <p:sp>
        <p:nvSpPr>
          <p:cNvPr id="44" name="">
            <a:extLst xmlns:a="http://schemas.openxmlformats.org/drawingml/2006/main">
              <a:ext uri="{FF2B5EF4-FFF2-40B4-BE49-F238E27FC236}">
                <a16:creationId xmlns:a16="http://schemas.microsoft.com/office/drawing/2014/main" id="{8EC0C929-0191-43EB-BE7E-4DF3C0138752}"/>
              </a:ext>
            </a:extLst>
          </p:cNvPr>
          <p:cNvSpPr>
            <a:spLocks xmlns:a="http://schemas.openxmlformats.org/drawingml/2006/main" noGrp="1"/>
          </p:cNvSpPr>
          <p:nvPr/>
        </p:nvSpPr>
        <p:spPr>
          <a:xfrm xmlns:a="http://schemas.openxmlformats.org/drawingml/2006/main">
            <a:off x="6867525" y="3762375"/>
            <a:ext cx="4581525"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45" name="">
            <a:extLst xmlns:a="http://schemas.openxmlformats.org/drawingml/2006/main">
              <a:ext uri="{FF2B5EF4-FFF2-40B4-BE49-F238E27FC236}">
                <a16:creationId xmlns:a16="http://schemas.microsoft.com/office/drawing/2014/main" id="{60A01058-717A-4006-B503-3699A6163DF9}"/>
              </a:ext>
            </a:extLst>
          </p:cNvPr>
          <p:cNvSpPr>
            <a:spLocks xmlns:a="http://schemas.openxmlformats.org/drawingml/2006/main" noGrp="1"/>
          </p:cNvSpPr>
          <p:nvPr/>
        </p:nvSpPr>
        <p:spPr>
          <a:xfrm xmlns:a="http://schemas.openxmlformats.org/drawingml/2006/main">
            <a:off x="6943725" y="3810000"/>
            <a:ext cx="442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L6 · 融合与重排</a:t>
            </a:r>
          </a:p>
        </p:txBody>
      </p:sp>
      <p:sp>
        <p:nvSpPr>
          <p:cNvPr id="46" name="">
            <a:extLst xmlns:a="http://schemas.openxmlformats.org/drawingml/2006/main">
              <a:ext uri="{FF2B5EF4-FFF2-40B4-BE49-F238E27FC236}">
                <a16:creationId xmlns:a16="http://schemas.microsoft.com/office/drawing/2014/main" id="{5D7736BC-943E-4E0F-AD01-48F2A2284569}"/>
              </a:ext>
            </a:extLst>
          </p:cNvPr>
          <p:cNvSpPr>
            <a:spLocks xmlns:a="http://schemas.openxmlformats.org/drawingml/2006/main" noGrp="1"/>
          </p:cNvSpPr>
          <p:nvPr/>
        </p:nvSpPr>
        <p:spPr>
          <a:xfrm xmlns:a="http://schemas.openxmlformats.org/drawingml/2006/main">
            <a:off x="6943725" y="4057650"/>
            <a:ext cx="4429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RRF + 交叉 / LLM 重排</a:t>
            </a:r>
          </a:p>
        </p:txBody>
      </p:sp>
      <p:sp>
        <p:nvSpPr>
          <p:cNvPr id="47" name="">
            <a:extLst xmlns:a="http://schemas.openxmlformats.org/drawingml/2006/main">
              <a:ext uri="{FF2B5EF4-FFF2-40B4-BE49-F238E27FC236}">
                <a16:creationId xmlns:a16="http://schemas.microsoft.com/office/drawing/2014/main" id="{1E33C055-0992-46D2-82C5-F9887280BAA6}"/>
              </a:ext>
            </a:extLst>
          </p:cNvPr>
          <p:cNvSpPr>
            <a:spLocks xmlns:a="http://schemas.openxmlformats.org/drawingml/2006/main" noGrp="1"/>
          </p:cNvSpPr>
          <p:nvPr/>
        </p:nvSpPr>
        <p:spPr>
          <a:xfrm xmlns:a="http://schemas.openxmlformats.org/drawingml/2006/main">
            <a:off x="6943725" y="4343400"/>
            <a:ext cx="4429125"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3183DF6-DF24-4599-BB05-55A5217465E5}"/>
              </a:ext>
            </a:extLst>
          </p:cNvPr>
          <p:cNvSpPr>
            <a:spLocks xmlns:a="http://schemas.openxmlformats.org/drawingml/2006/main" noGrp="1"/>
          </p:cNvSpPr>
          <p:nvPr/>
        </p:nvSpPr>
        <p:spPr>
          <a:xfrm xmlns:a="http://schemas.openxmlformats.org/drawingml/2006/main">
            <a:off x="6981825" y="4352925"/>
            <a:ext cx="4352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4·8</a:t>
            </a:r>
          </a:p>
        </p:txBody>
      </p:sp>
      <p:sp>
        <p:nvSpPr>
          <p:cNvPr id="49" name="">
            <a:extLst xmlns:a="http://schemas.openxmlformats.org/drawingml/2006/main">
              <a:ext uri="{FF2B5EF4-FFF2-40B4-BE49-F238E27FC236}">
                <a16:creationId xmlns:a16="http://schemas.microsoft.com/office/drawing/2014/main" id="{52E48FFE-FB1F-41DA-8EAE-080A5975A81D}"/>
              </a:ext>
            </a:extLst>
          </p:cNvPr>
          <p:cNvSpPr>
            <a:spLocks xmlns:a="http://schemas.openxmlformats.org/drawingml/2006/main" noGrp="1"/>
          </p:cNvSpPr>
          <p:nvPr/>
        </p:nvSpPr>
        <p:spPr>
          <a:xfrm xmlns:a="http://schemas.openxmlformats.org/drawingml/2006/main">
            <a:off x="647700" y="4800600"/>
            <a:ext cx="1352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C65D32"/>
                </a:solidFill>
                <a:latin typeface="Arial"/>
                <a:ea typeface="Arial"/>
                <a:cs typeface="Arial"/>
              </a:defRPr>
            </a:pPr>
            <a:r>
              <a:rPr sz="975" b="1">
                <a:solidFill>
                  <a:srgbClr val="C65D32"/>
                </a:solidFill>
                <a:latin typeface="Arial"/>
                <a:ea typeface="Arial"/>
                <a:cs typeface="Arial"/>
              </a:rPr>
              <a:t>生成、验证与回流</a:t>
            </a:r>
          </a:p>
        </p:txBody>
      </p:sp>
      <p:sp>
        <p:nvSpPr>
          <p:cNvPr id="50" name="">
            <a:extLst xmlns:a="http://schemas.openxmlformats.org/drawingml/2006/main">
              <a:ext uri="{FF2B5EF4-FFF2-40B4-BE49-F238E27FC236}">
                <a16:creationId xmlns:a16="http://schemas.microsoft.com/office/drawing/2014/main" id="{F1FA8D2B-11BA-483D-AE8E-B36D6B34AADF}"/>
              </a:ext>
            </a:extLst>
          </p:cNvPr>
          <p:cNvSpPr>
            <a:spLocks xmlns:a="http://schemas.openxmlformats.org/drawingml/2006/main" noGrp="1"/>
          </p:cNvSpPr>
          <p:nvPr/>
        </p:nvSpPr>
        <p:spPr>
          <a:xfrm xmlns:a="http://schemas.openxmlformats.org/drawingml/2006/main" flipH="0" flipV="0">
            <a:off x="647700" y="5076825"/>
            <a:ext cx="108966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1" name="">
            <a:extLst xmlns:a="http://schemas.openxmlformats.org/drawingml/2006/main">
              <a:ext uri="{FF2B5EF4-FFF2-40B4-BE49-F238E27FC236}">
                <a16:creationId xmlns:a16="http://schemas.microsoft.com/office/drawing/2014/main" id="{10D5AE85-B6BC-4637-BDE3-DDE3D840F8C9}"/>
              </a:ext>
            </a:extLst>
          </p:cNvPr>
          <p:cNvSpPr>
            <a:spLocks xmlns:a="http://schemas.openxmlformats.org/drawingml/2006/main" noGrp="1"/>
          </p:cNvSpPr>
          <p:nvPr/>
        </p:nvSpPr>
        <p:spPr>
          <a:xfrm xmlns:a="http://schemas.openxmlformats.org/drawingml/2006/main">
            <a:off x="2133600" y="5191125"/>
            <a:ext cx="4581525"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52" name="">
            <a:extLst xmlns:a="http://schemas.openxmlformats.org/drawingml/2006/main">
              <a:ext uri="{FF2B5EF4-FFF2-40B4-BE49-F238E27FC236}">
                <a16:creationId xmlns:a16="http://schemas.microsoft.com/office/drawing/2014/main" id="{62226373-B161-4EFA-AAEA-9A250B8BA732}"/>
              </a:ext>
            </a:extLst>
          </p:cNvPr>
          <p:cNvSpPr>
            <a:spLocks xmlns:a="http://schemas.openxmlformats.org/drawingml/2006/main" noGrp="1"/>
          </p:cNvSpPr>
          <p:nvPr/>
        </p:nvSpPr>
        <p:spPr>
          <a:xfrm xmlns:a="http://schemas.openxmlformats.org/drawingml/2006/main">
            <a:off x="2209800" y="5238750"/>
            <a:ext cx="442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L7 · 生成与 grounding</a:t>
            </a:r>
          </a:p>
        </p:txBody>
      </p:sp>
      <p:sp>
        <p:nvSpPr>
          <p:cNvPr id="53" name="">
            <a:extLst xmlns:a="http://schemas.openxmlformats.org/drawingml/2006/main">
              <a:ext uri="{FF2B5EF4-FFF2-40B4-BE49-F238E27FC236}">
                <a16:creationId xmlns:a16="http://schemas.microsoft.com/office/drawing/2014/main" id="{359A0426-380B-4F0D-9842-6C77B5A111D4}"/>
              </a:ext>
            </a:extLst>
          </p:cNvPr>
          <p:cNvSpPr>
            <a:spLocks xmlns:a="http://schemas.openxmlformats.org/drawingml/2006/main" noGrp="1"/>
          </p:cNvSpPr>
          <p:nvPr/>
        </p:nvSpPr>
        <p:spPr>
          <a:xfrm xmlns:a="http://schemas.openxmlformats.org/drawingml/2006/main">
            <a:off x="2209800" y="5486400"/>
            <a:ext cx="4429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引用可追溯 + 拒答</a:t>
            </a:r>
          </a:p>
        </p:txBody>
      </p:sp>
      <p:sp>
        <p:nvSpPr>
          <p:cNvPr id="54" name="">
            <a:extLst xmlns:a="http://schemas.openxmlformats.org/drawingml/2006/main">
              <a:ext uri="{FF2B5EF4-FFF2-40B4-BE49-F238E27FC236}">
                <a16:creationId xmlns:a16="http://schemas.microsoft.com/office/drawing/2014/main" id="{5F080933-01F0-4524-AF0E-269929D556F9}"/>
              </a:ext>
            </a:extLst>
          </p:cNvPr>
          <p:cNvSpPr>
            <a:spLocks xmlns:a="http://schemas.openxmlformats.org/drawingml/2006/main" noGrp="1"/>
          </p:cNvSpPr>
          <p:nvPr/>
        </p:nvSpPr>
        <p:spPr>
          <a:xfrm xmlns:a="http://schemas.openxmlformats.org/drawingml/2006/main">
            <a:off x="2209800" y="5772150"/>
            <a:ext cx="4429125"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258216EC-BBB4-499F-B743-FB37DB369254}"/>
              </a:ext>
            </a:extLst>
          </p:cNvPr>
          <p:cNvSpPr>
            <a:spLocks xmlns:a="http://schemas.openxmlformats.org/drawingml/2006/main" noGrp="1"/>
          </p:cNvSpPr>
          <p:nvPr/>
        </p:nvSpPr>
        <p:spPr>
          <a:xfrm xmlns:a="http://schemas.openxmlformats.org/drawingml/2006/main">
            <a:off x="2247900" y="5781675"/>
            <a:ext cx="4352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10</a:t>
            </a:r>
          </a:p>
        </p:txBody>
      </p:sp>
      <p:sp>
        <p:nvSpPr>
          <p:cNvPr id="56" name="">
            <a:extLst xmlns:a="http://schemas.openxmlformats.org/drawingml/2006/main">
              <a:ext uri="{FF2B5EF4-FFF2-40B4-BE49-F238E27FC236}">
                <a16:creationId xmlns:a16="http://schemas.microsoft.com/office/drawing/2014/main" id="{56759113-FEAC-4934-BA1E-AB38F9D035D9}"/>
              </a:ext>
            </a:extLst>
          </p:cNvPr>
          <p:cNvSpPr>
            <a:spLocks xmlns:a="http://schemas.openxmlformats.org/drawingml/2006/main" noGrp="1"/>
          </p:cNvSpPr>
          <p:nvPr/>
        </p:nvSpPr>
        <p:spPr>
          <a:xfrm xmlns:a="http://schemas.openxmlformats.org/drawingml/2006/main" flipH="0" flipV="0">
            <a:off x="6715125" y="5619750"/>
            <a:ext cx="104775" cy="95"/>
          </a:xfrm>
          <a:prstGeom xmlns:a="http://schemas.openxmlformats.org/drawingml/2006/main" prst="line">
            <a:avLst/>
          </a:prstGeom>
          <a:noFill xmlns:a="http://schemas.openxmlformats.org/drawingml/2006/main"/>
          <a:ln xmlns:a="http://schemas.openxmlformats.org/drawingml/2006/main" w="19050">
            <a:solidFill>
              <a:srgbClr val="C65D32"/>
            </a:solidFill>
          </a:ln>
        </p:spPr>
      </p:sp>
      <p:sp>
        <p:nvSpPr>
          <p:cNvPr id="57" name="">
            <a:extLst xmlns:a="http://schemas.openxmlformats.org/drawingml/2006/main">
              <a:ext uri="{FF2B5EF4-FFF2-40B4-BE49-F238E27FC236}">
                <a16:creationId xmlns:a16="http://schemas.microsoft.com/office/drawing/2014/main" id="{6369FBAE-5145-402F-8130-B3F318BE7E9F}"/>
              </a:ext>
            </a:extLst>
          </p:cNvPr>
          <p:cNvSpPr>
            <a:spLocks xmlns:a="http://schemas.openxmlformats.org/drawingml/2006/main" noGrp="1"/>
          </p:cNvSpPr>
          <p:nvPr/>
        </p:nvSpPr>
        <p:spPr>
          <a:xfrm xmlns:a="http://schemas.openxmlformats.org/drawingml/2006/main">
            <a:off x="6705600" y="5467350"/>
            <a:ext cx="1619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87500"/>
          </a:bodyPr>
          <a:lstStyle xmlns:a="http://schemas.openxmlformats.org/drawingml/2006/main"/>
          <a:p xmlns:a="http://schemas.openxmlformats.org/drawingml/2006/main">
            <a:pPr algn="ctr">
              <a:defRPr sz="1500" b="1">
                <a:solidFill>
                  <a:srgbClr val="C65D32"/>
                </a:solidFill>
                <a:latin typeface="Arial"/>
                <a:ea typeface="Arial"/>
                <a:cs typeface="Arial"/>
              </a:defRPr>
            </a:pPr>
            <a:r>
              <a:rPr sz="1500" b="1">
                <a:solidFill>
                  <a:srgbClr val="C65D32"/>
                </a:solidFill>
                <a:latin typeface="Arial"/>
                <a:ea typeface="Arial"/>
                <a:cs typeface="Arial"/>
              </a:rPr>
              <a:t>›</a:t>
            </a:r>
          </a:p>
        </p:txBody>
      </p:sp>
      <p:sp>
        <p:nvSpPr>
          <p:cNvPr id="58" name="">
            <a:extLst xmlns:a="http://schemas.openxmlformats.org/drawingml/2006/main">
              <a:ext uri="{FF2B5EF4-FFF2-40B4-BE49-F238E27FC236}">
                <a16:creationId xmlns:a16="http://schemas.microsoft.com/office/drawing/2014/main" id="{A1C5D7A2-8F83-4210-851F-E649BBF0F29A}"/>
              </a:ext>
            </a:extLst>
          </p:cNvPr>
          <p:cNvSpPr>
            <a:spLocks xmlns:a="http://schemas.openxmlformats.org/drawingml/2006/main" noGrp="1"/>
          </p:cNvSpPr>
          <p:nvPr/>
        </p:nvSpPr>
        <p:spPr>
          <a:xfrm xmlns:a="http://schemas.openxmlformats.org/drawingml/2006/main">
            <a:off x="6867525" y="5191125"/>
            <a:ext cx="4581525"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9525">
            <a:solidFill>
              <a:srgbClr val="D9DEE5"/>
            </a:solidFill>
          </a:ln>
        </p:spPr>
      </p:sp>
      <p:sp>
        <p:nvSpPr>
          <p:cNvPr id="59" name="">
            <a:extLst xmlns:a="http://schemas.openxmlformats.org/drawingml/2006/main">
              <a:ext uri="{FF2B5EF4-FFF2-40B4-BE49-F238E27FC236}">
                <a16:creationId xmlns:a16="http://schemas.microsoft.com/office/drawing/2014/main" id="{5878C3FD-1BFE-4CA2-80CE-87C336C0AD1C}"/>
              </a:ext>
            </a:extLst>
          </p:cNvPr>
          <p:cNvSpPr>
            <a:spLocks xmlns:a="http://schemas.openxmlformats.org/drawingml/2006/main" noGrp="1"/>
          </p:cNvSpPr>
          <p:nvPr/>
        </p:nvSpPr>
        <p:spPr>
          <a:xfrm xmlns:a="http://schemas.openxmlformats.org/drawingml/2006/main">
            <a:off x="6943725" y="5238750"/>
            <a:ext cx="4429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L8 · 评估与迭代</a:t>
            </a:r>
          </a:p>
        </p:txBody>
      </p:sp>
      <p:sp>
        <p:nvSpPr>
          <p:cNvPr id="60" name="">
            <a:extLst xmlns:a="http://schemas.openxmlformats.org/drawingml/2006/main">
              <a:ext uri="{FF2B5EF4-FFF2-40B4-BE49-F238E27FC236}">
                <a16:creationId xmlns:a16="http://schemas.microsoft.com/office/drawing/2014/main" id="{18DCB6B0-560B-4F96-A840-DB5491922565}"/>
              </a:ext>
            </a:extLst>
          </p:cNvPr>
          <p:cNvSpPr>
            <a:spLocks xmlns:a="http://schemas.openxmlformats.org/drawingml/2006/main" noGrp="1"/>
          </p:cNvSpPr>
          <p:nvPr/>
        </p:nvSpPr>
        <p:spPr>
          <a:xfrm xmlns:a="http://schemas.openxmlformats.org/drawingml/2006/main">
            <a:off x="6943725" y="5486400"/>
            <a:ext cx="4429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反馈 → 索引 / 权重 / 提示</a:t>
            </a:r>
          </a:p>
        </p:txBody>
      </p:sp>
      <p:sp>
        <p:nvSpPr>
          <p:cNvPr id="61" name="">
            <a:extLst xmlns:a="http://schemas.openxmlformats.org/drawingml/2006/main">
              <a:ext uri="{FF2B5EF4-FFF2-40B4-BE49-F238E27FC236}">
                <a16:creationId xmlns:a16="http://schemas.microsoft.com/office/drawing/2014/main" id="{A59B72F5-4A54-44D7-AC57-9C016353DD7B}"/>
              </a:ext>
            </a:extLst>
          </p:cNvPr>
          <p:cNvSpPr>
            <a:spLocks xmlns:a="http://schemas.openxmlformats.org/drawingml/2006/main" noGrp="1"/>
          </p:cNvSpPr>
          <p:nvPr/>
        </p:nvSpPr>
        <p:spPr>
          <a:xfrm xmlns:a="http://schemas.openxmlformats.org/drawingml/2006/main">
            <a:off x="6943725" y="5772150"/>
            <a:ext cx="4429125" cy="238125"/>
          </a:xfrm>
          <a:prstGeom xmlns:a="http://schemas.openxmlformats.org/drawingml/2006/main" prst="roundRect">
            <a:avLst>
              <a:gd name="adj" fmla="val 48000"/>
            </a:avLst>
          </a:prstGeom>
          <a:solidFill xmlns:a="http://schemas.openxmlformats.org/drawingml/2006/main">
            <a:srgbClr val="14866D"/>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13A453EA-2C0D-4377-BA95-A6733FA2B1E8}"/>
              </a:ext>
            </a:extLst>
          </p:cNvPr>
          <p:cNvSpPr>
            <a:spLocks xmlns:a="http://schemas.openxmlformats.org/drawingml/2006/main" noGrp="1"/>
          </p:cNvSpPr>
          <p:nvPr/>
        </p:nvSpPr>
        <p:spPr>
          <a:xfrm xmlns:a="http://schemas.openxmlformats.org/drawingml/2006/main">
            <a:off x="6981825" y="5781675"/>
            <a:ext cx="4352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825" b="1">
                <a:solidFill>
                  <a:srgbClr val="FFFFFF"/>
                </a:solidFill>
                <a:latin typeface="Arial"/>
                <a:ea typeface="Arial"/>
                <a:cs typeface="Arial"/>
              </a:defRPr>
            </a:pPr>
            <a:r>
              <a:rPr sz="825" b="1">
                <a:solidFill>
                  <a:srgbClr val="FFFFFF"/>
                </a:solidFill>
                <a:latin typeface="Arial"/>
                <a:ea typeface="Arial"/>
                <a:cs typeface="Arial"/>
              </a:rPr>
              <a:t>覆盖 · 指标 5·10·11</a:t>
            </a:r>
          </a:p>
        </p:txBody>
      </p:sp>
      <p:sp>
        <p:nvSpPr>
          <p:cNvPr id="63" name="">
            <a:extLst xmlns:a="http://schemas.openxmlformats.org/drawingml/2006/main">
              <a:ext uri="{FF2B5EF4-FFF2-40B4-BE49-F238E27FC236}">
                <a16:creationId xmlns:a16="http://schemas.microsoft.com/office/drawing/2014/main" id="{A226E07D-8BA7-4149-8E22-75FDD8EB8011}"/>
              </a:ext>
            </a:extLst>
          </p:cNvPr>
          <p:cNvSpPr>
            <a:spLocks xmlns:a="http://schemas.openxmlformats.org/drawingml/2006/main" noGrp="1"/>
          </p:cNvSpPr>
          <p:nvPr/>
        </p:nvSpPr>
        <p:spPr>
          <a:xfrm xmlns:a="http://schemas.openxmlformats.org/drawingml/2006/main">
            <a:off x="647700" y="6134100"/>
            <a:ext cx="10896600" cy="219075"/>
          </a:xfrm>
          <a:prstGeom xmlns:a="http://schemas.openxmlformats.org/drawingml/2006/main" prst="roundRect">
            <a:avLst>
              <a:gd name="adj" fmla="val 26087"/>
            </a:avLst>
          </a:prstGeom>
          <a:solidFill xmlns:a="http://schemas.openxmlformats.org/drawingml/2006/main">
            <a:srgbClr val="E8EDFF"/>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72550DDA-6A00-431D-B689-4F1AF68508D1}"/>
              </a:ext>
            </a:extLst>
          </p:cNvPr>
          <p:cNvSpPr>
            <a:spLocks xmlns:a="http://schemas.openxmlformats.org/drawingml/2006/main" noGrp="1"/>
          </p:cNvSpPr>
          <p:nvPr/>
        </p:nvSpPr>
        <p:spPr>
          <a:xfrm xmlns:a="http://schemas.openxmlformats.org/drawingml/2006/main">
            <a:off x="742950" y="6134100"/>
            <a:ext cx="106965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315EF6"/>
                </a:solidFill>
                <a:latin typeface="Arial"/>
                <a:ea typeface="Arial"/>
                <a:cs typeface="Arial"/>
              </a:defRPr>
            </a:pPr>
            <a:r>
              <a:rPr sz="825" b="1">
                <a:solidFill>
                  <a:srgbClr val="315EF6"/>
                </a:solidFill>
                <a:latin typeface="Arial"/>
                <a:ea typeface="Arial"/>
                <a:cs typeface="Arial"/>
              </a:rPr>
              <a:t>L2：以图谱元素/关系作为语义单元；L4 社区索引为部分覆盖。Graph RAG 属于应用框架支撑层。</a:t>
            </a:r>
          </a:p>
        </p:txBody>
      </p:sp>
    </p:spTree>
    <p:extLst>
      <p:ext uri="{BB962C8B-B14F-4D97-AF65-F5344CB8AC3E}">
        <p14:creationId xmlns:p14="http://schemas.microsoft.com/office/powerpoint/2010/main" val="2060461894"/>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FA40B0AA-7E53-46B2-A852-4167D950EAEE}"/>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06 · 测评与差距</a:t>
            </a:r>
          </a:p>
        </p:txBody>
      </p:sp>
      <p:sp>
        <p:nvSpPr>
          <p:cNvPr id="2" name="">
            <a:extLst xmlns:a="http://schemas.openxmlformats.org/drawingml/2006/main">
              <a:ext uri="{FF2B5EF4-FFF2-40B4-BE49-F238E27FC236}">
                <a16:creationId xmlns:a16="http://schemas.microsoft.com/office/drawing/2014/main" id="{97333580-F329-46AC-B33A-F21FF4EB140B}"/>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测评结果：局部能力已有数据，整体 Coding 基准仍待补齐</a:t>
            </a:r>
          </a:p>
        </p:txBody>
      </p:sp>
      <p:sp>
        <p:nvSpPr>
          <p:cNvPr id="3" name="">
            <a:extLst xmlns:a="http://schemas.openxmlformats.org/drawingml/2006/main">
              <a:ext uri="{FF2B5EF4-FFF2-40B4-BE49-F238E27FC236}">
                <a16:creationId xmlns:a16="http://schemas.microsoft.com/office/drawing/2014/main" id="{1999A36C-5330-4392-A1F9-943722D421C1}"/>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分清内部自我对比、受限试跑和可比行业基准，不把不同口径拼成一个结论</a:t>
            </a:r>
          </a:p>
        </p:txBody>
      </p:sp>
      <p:sp>
        <p:nvSpPr>
          <p:cNvPr id="4" name="">
            <a:extLst xmlns:a="http://schemas.openxmlformats.org/drawingml/2006/main">
              <a:ext uri="{FF2B5EF4-FFF2-40B4-BE49-F238E27FC236}">
                <a16:creationId xmlns:a16="http://schemas.microsoft.com/office/drawing/2014/main" id="{31605953-B67A-4050-BCD1-B14D73D245C4}"/>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4B032384-39BD-4737-A388-BB74E4F0D8FE}"/>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06</a:t>
            </a:r>
          </a:p>
        </p:txBody>
      </p:sp>
      <p:sp>
        <p:nvSpPr>
          <p:cNvPr id="6" name="">
            <a:extLst xmlns:a="http://schemas.openxmlformats.org/drawingml/2006/main">
              <a:ext uri="{FF2B5EF4-FFF2-40B4-BE49-F238E27FC236}">
                <a16:creationId xmlns:a16="http://schemas.microsoft.com/office/drawing/2014/main" id="{26F5D338-733A-43F1-9B43-C6BBB4C4F0DB}"/>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B3282264-4CCA-462B-B873-EADFD72CB19A}"/>
              </a:ext>
            </a:extLst>
          </p:cNvPr>
          <p:cNvSpPr>
            <a:spLocks xmlns:a="http://schemas.openxmlformats.org/drawingml/2006/main" noGrp="1"/>
          </p:cNvSpPr>
          <p:nvPr/>
        </p:nvSpPr>
        <p:spPr>
          <a:xfrm xmlns:a="http://schemas.openxmlformats.org/drawingml/2006/main">
            <a:off x="638175" y="1866900"/>
            <a:ext cx="2152650" cy="333375"/>
          </a:xfrm>
          <a:prstGeom xmlns:a="http://schemas.openxmlformats.org/drawingml/2006/main" prst="rect">
            <a:avLst/>
          </a:prstGeom>
          <a:solidFill xmlns:a="http://schemas.openxmlformats.org/drawingml/2006/main">
            <a:srgbClr val="14866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9858CE7-4525-432D-8DF6-9D604D1B1DB0}"/>
              </a:ext>
            </a:extLst>
          </p:cNvPr>
          <p:cNvSpPr>
            <a:spLocks xmlns:a="http://schemas.openxmlformats.org/drawingml/2006/main" noGrp="1"/>
          </p:cNvSpPr>
          <p:nvPr/>
        </p:nvSpPr>
        <p:spPr>
          <a:xfrm xmlns:a="http://schemas.openxmlformats.org/drawingml/2006/main">
            <a:off x="638175" y="2209800"/>
            <a:ext cx="2133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14866D"/>
                </a:solidFill>
                <a:latin typeface="Arial"/>
                <a:ea typeface="Arial"/>
                <a:cs typeface="Arial"/>
              </a:defRPr>
            </a:pPr>
            <a:r>
              <a:rPr sz="900" b="1">
                <a:solidFill>
                  <a:srgbClr val="14866D"/>
                </a:solidFill>
                <a:latin typeface="Arial"/>
                <a:ea typeface="Arial"/>
                <a:cs typeface="Arial"/>
              </a:rPr>
              <a:t>4 实测</a:t>
            </a:r>
          </a:p>
        </p:txBody>
      </p:sp>
      <p:sp>
        <p:nvSpPr>
          <p:cNvPr id="9" name="">
            <a:extLst xmlns:a="http://schemas.openxmlformats.org/drawingml/2006/main">
              <a:ext uri="{FF2B5EF4-FFF2-40B4-BE49-F238E27FC236}">
                <a16:creationId xmlns:a16="http://schemas.microsoft.com/office/drawing/2014/main" id="{A2DAC965-C7F3-4768-A833-175F990C085B}"/>
              </a:ext>
            </a:extLst>
          </p:cNvPr>
          <p:cNvSpPr>
            <a:spLocks xmlns:a="http://schemas.openxmlformats.org/drawingml/2006/main" noGrp="1"/>
          </p:cNvSpPr>
          <p:nvPr/>
        </p:nvSpPr>
        <p:spPr>
          <a:xfrm xmlns:a="http://schemas.openxmlformats.org/drawingml/2006/main">
            <a:off x="2819400" y="1866900"/>
            <a:ext cx="2697956" cy="333375"/>
          </a:xfrm>
          <a:prstGeom xmlns:a="http://schemas.openxmlformats.org/drawingml/2006/main" prst="rect">
            <a:avLst/>
          </a:prstGeom>
          <a:solidFill xmlns:a="http://schemas.openxmlformats.org/drawingml/2006/main">
            <a:srgbClr val="C65D3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DA07D82-2FF7-4FB2-B62C-56FA67F1CC5C}"/>
              </a:ext>
            </a:extLst>
          </p:cNvPr>
          <p:cNvSpPr>
            <a:spLocks xmlns:a="http://schemas.openxmlformats.org/drawingml/2006/main" noGrp="1"/>
          </p:cNvSpPr>
          <p:nvPr/>
        </p:nvSpPr>
        <p:spPr>
          <a:xfrm xmlns:a="http://schemas.openxmlformats.org/drawingml/2006/main">
            <a:off x="2819400" y="2209800"/>
            <a:ext cx="2678906"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C65D32"/>
                </a:solidFill>
                <a:latin typeface="Arial"/>
                <a:ea typeface="Arial"/>
                <a:cs typeface="Arial"/>
              </a:defRPr>
            </a:pPr>
            <a:r>
              <a:rPr sz="900" b="1">
                <a:solidFill>
                  <a:srgbClr val="C65D32"/>
                </a:solidFill>
                <a:latin typeface="Arial"/>
                <a:ea typeface="Arial"/>
                <a:cs typeface="Arial"/>
              </a:rPr>
              <a:t>5 部分</a:t>
            </a:r>
          </a:p>
        </p:txBody>
      </p:sp>
      <p:sp>
        <p:nvSpPr>
          <p:cNvPr id="11" name="">
            <a:extLst xmlns:a="http://schemas.openxmlformats.org/drawingml/2006/main">
              <a:ext uri="{FF2B5EF4-FFF2-40B4-BE49-F238E27FC236}">
                <a16:creationId xmlns:a16="http://schemas.microsoft.com/office/drawing/2014/main" id="{C1844091-6FD6-4C90-BC00-E30B997B6C12}"/>
              </a:ext>
            </a:extLst>
          </p:cNvPr>
          <p:cNvSpPr>
            <a:spLocks xmlns:a="http://schemas.openxmlformats.org/drawingml/2006/main" noGrp="1"/>
          </p:cNvSpPr>
          <p:nvPr/>
        </p:nvSpPr>
        <p:spPr>
          <a:xfrm xmlns:a="http://schemas.openxmlformats.org/drawingml/2006/main">
            <a:off x="5545931" y="1866900"/>
            <a:ext cx="5969794" cy="333375"/>
          </a:xfrm>
          <a:prstGeom xmlns:a="http://schemas.openxmlformats.org/drawingml/2006/main" prst="rect">
            <a:avLst/>
          </a:prstGeom>
          <a:solidFill xmlns:a="http://schemas.openxmlformats.org/drawingml/2006/main">
            <a:srgbClr val="C8CE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B93FF49-8274-493F-B826-58E36E5A704B}"/>
              </a:ext>
            </a:extLst>
          </p:cNvPr>
          <p:cNvSpPr>
            <a:spLocks xmlns:a="http://schemas.openxmlformats.org/drawingml/2006/main" noGrp="1"/>
          </p:cNvSpPr>
          <p:nvPr/>
        </p:nvSpPr>
        <p:spPr>
          <a:xfrm xmlns:a="http://schemas.openxmlformats.org/drawingml/2006/main">
            <a:off x="5545931" y="2209800"/>
            <a:ext cx="5950744"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64748B"/>
                </a:solidFill>
                <a:latin typeface="Arial"/>
                <a:ea typeface="Arial"/>
                <a:cs typeface="Arial"/>
              </a:defRPr>
            </a:pPr>
            <a:r>
              <a:rPr sz="900" b="1">
                <a:solidFill>
                  <a:srgbClr val="64748B"/>
                </a:solidFill>
                <a:latin typeface="Arial"/>
                <a:ea typeface="Arial"/>
                <a:cs typeface="Arial"/>
              </a:rPr>
              <a:t>11 未测</a:t>
            </a:r>
          </a:p>
        </p:txBody>
      </p:sp>
      <p:sp>
        <p:nvSpPr>
          <p:cNvPr id="13" name="">
            <a:extLst xmlns:a="http://schemas.openxmlformats.org/drawingml/2006/main">
              <a:ext uri="{FF2B5EF4-FFF2-40B4-BE49-F238E27FC236}">
                <a16:creationId xmlns:a16="http://schemas.microsoft.com/office/drawing/2014/main" id="{359F6C71-22AF-4E81-9D3A-77E22A2EB546}"/>
              </a:ext>
            </a:extLst>
          </p:cNvPr>
          <p:cNvSpPr>
            <a:spLocks xmlns:a="http://schemas.openxmlformats.org/drawingml/2006/main" noGrp="1"/>
          </p:cNvSpPr>
          <p:nvPr/>
        </p:nvSpPr>
        <p:spPr>
          <a:xfrm xmlns:a="http://schemas.openxmlformats.org/drawingml/2006/main">
            <a:off x="647700" y="2686050"/>
            <a:ext cx="52197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ln>
        </p:spPr>
      </p:sp>
      <p:sp>
        <p:nvSpPr>
          <p:cNvPr id="14" name="">
            <a:extLst xmlns:a="http://schemas.openxmlformats.org/drawingml/2006/main">
              <a:ext uri="{FF2B5EF4-FFF2-40B4-BE49-F238E27FC236}">
                <a16:creationId xmlns:a16="http://schemas.microsoft.com/office/drawing/2014/main" id="{3EE9686B-D807-4B77-A917-99D4B90F48A6}"/>
              </a:ext>
            </a:extLst>
          </p:cNvPr>
          <p:cNvSpPr>
            <a:spLocks xmlns:a="http://schemas.openxmlformats.org/drawingml/2006/main" noGrp="1"/>
          </p:cNvSpPr>
          <p:nvPr/>
        </p:nvSpPr>
        <p:spPr>
          <a:xfrm xmlns:a="http://schemas.openxmlformats.org/drawingml/2006/main">
            <a:off x="647700" y="2686050"/>
            <a:ext cx="57150" cy="838200"/>
          </a:xfrm>
          <a:prstGeom xmlns:a="http://schemas.openxmlformats.org/drawingml/2006/main" prst="rect">
            <a:avLst/>
          </a:prstGeom>
          <a:solidFill xmlns:a="http://schemas.openxmlformats.org/drawingml/2006/main">
            <a:srgbClr val="315E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F30C741-5C5B-41D5-A2E1-E0E3C4FF2A5F}"/>
              </a:ext>
            </a:extLst>
          </p:cNvPr>
          <p:cNvSpPr>
            <a:spLocks xmlns:a="http://schemas.openxmlformats.org/drawingml/2006/main" noGrp="1"/>
          </p:cNvSpPr>
          <p:nvPr/>
        </p:nvSpPr>
        <p:spPr>
          <a:xfrm xmlns:a="http://schemas.openxmlformats.org/drawingml/2006/main">
            <a:off x="828675" y="2762250"/>
            <a:ext cx="195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315EF6"/>
                </a:solidFill>
                <a:latin typeface="Arial"/>
                <a:ea typeface="Arial"/>
                <a:cs typeface="Arial"/>
              </a:defRPr>
            </a:pPr>
            <a:r>
              <a:rPr sz="2025" b="1">
                <a:solidFill>
                  <a:srgbClr val="315EF6"/>
                </a:solidFill>
                <a:latin typeface="Arial"/>
                <a:ea typeface="Arial"/>
                <a:cs typeface="Arial"/>
              </a:rPr>
              <a:t>94.6 → 98.7</a:t>
            </a:r>
          </a:p>
        </p:txBody>
      </p:sp>
      <p:sp>
        <p:nvSpPr>
          <p:cNvPr id="16" name="">
            <a:extLst xmlns:a="http://schemas.openxmlformats.org/drawingml/2006/main">
              <a:ext uri="{FF2B5EF4-FFF2-40B4-BE49-F238E27FC236}">
                <a16:creationId xmlns:a16="http://schemas.microsoft.com/office/drawing/2014/main" id="{4A0F7690-88B4-4B01-A069-B38468CB5A79}"/>
              </a:ext>
            </a:extLst>
          </p:cNvPr>
          <p:cNvSpPr>
            <a:spLocks xmlns:a="http://schemas.openxmlformats.org/drawingml/2006/main" noGrp="1"/>
          </p:cNvSpPr>
          <p:nvPr/>
        </p:nvSpPr>
        <p:spPr>
          <a:xfrm xmlns:a="http://schemas.openxmlformats.org/drawingml/2006/main">
            <a:off x="2800350" y="27813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152338"/>
                </a:solidFill>
                <a:latin typeface="Arial"/>
                <a:ea typeface="Arial"/>
                <a:cs typeface="Arial"/>
              </a:defRPr>
            </a:pPr>
            <a:r>
              <a:rPr sz="1050" b="1">
                <a:solidFill>
                  <a:srgbClr val="152338"/>
                </a:solidFill>
                <a:latin typeface="Arial"/>
                <a:ea typeface="Arial"/>
                <a:cs typeface="Arial"/>
              </a:rPr>
              <a:t>检索 R@1</a:t>
            </a:r>
          </a:p>
        </p:txBody>
      </p:sp>
      <p:sp>
        <p:nvSpPr>
          <p:cNvPr id="17" name="">
            <a:extLst xmlns:a="http://schemas.openxmlformats.org/drawingml/2006/main">
              <a:ext uri="{FF2B5EF4-FFF2-40B4-BE49-F238E27FC236}">
                <a16:creationId xmlns:a16="http://schemas.microsoft.com/office/drawing/2014/main" id="{F9E51941-DBDE-46A0-986C-6591B9B04F62}"/>
              </a:ext>
            </a:extLst>
          </p:cNvPr>
          <p:cNvSpPr>
            <a:spLocks xmlns:a="http://schemas.openxmlformats.org/drawingml/2006/main" noGrp="1"/>
          </p:cNvSpPr>
          <p:nvPr/>
        </p:nvSpPr>
        <p:spPr>
          <a:xfrm xmlns:a="http://schemas.openxmlformats.org/drawingml/2006/main">
            <a:off x="2800350" y="30384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内部向量基线 → 重排；R@5 99.4 · MRR 0.997</a:t>
            </a:r>
          </a:p>
        </p:txBody>
      </p:sp>
      <p:sp>
        <p:nvSpPr>
          <p:cNvPr id="18" name="">
            <a:extLst xmlns:a="http://schemas.openxmlformats.org/drawingml/2006/main">
              <a:ext uri="{FF2B5EF4-FFF2-40B4-BE49-F238E27FC236}">
                <a16:creationId xmlns:a16="http://schemas.microsoft.com/office/drawing/2014/main" id="{DAF3F9A4-F735-45C0-9713-546D2DF4C14D}"/>
              </a:ext>
            </a:extLst>
          </p:cNvPr>
          <p:cNvSpPr>
            <a:spLocks xmlns:a="http://schemas.openxmlformats.org/drawingml/2006/main" noGrp="1"/>
          </p:cNvSpPr>
          <p:nvPr/>
        </p:nvSpPr>
        <p:spPr>
          <a:xfrm xmlns:a="http://schemas.openxmlformats.org/drawingml/2006/main">
            <a:off x="6124575" y="2686050"/>
            <a:ext cx="52197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ln>
        </p:spPr>
      </p:sp>
      <p:sp>
        <p:nvSpPr>
          <p:cNvPr id="19" name="">
            <a:extLst xmlns:a="http://schemas.openxmlformats.org/drawingml/2006/main">
              <a:ext uri="{FF2B5EF4-FFF2-40B4-BE49-F238E27FC236}">
                <a16:creationId xmlns:a16="http://schemas.microsoft.com/office/drawing/2014/main" id="{C8D4B14E-908E-429C-879E-C63EA2749E04}"/>
              </a:ext>
            </a:extLst>
          </p:cNvPr>
          <p:cNvSpPr>
            <a:spLocks xmlns:a="http://schemas.openxmlformats.org/drawingml/2006/main" noGrp="1"/>
          </p:cNvSpPr>
          <p:nvPr/>
        </p:nvSpPr>
        <p:spPr>
          <a:xfrm xmlns:a="http://schemas.openxmlformats.org/drawingml/2006/main">
            <a:off x="6124575" y="2686050"/>
            <a:ext cx="57150" cy="838200"/>
          </a:xfrm>
          <a:prstGeom xmlns:a="http://schemas.openxmlformats.org/drawingml/2006/main" prst="rect">
            <a:avLst/>
          </a:prstGeom>
          <a:solidFill xmlns:a="http://schemas.openxmlformats.org/drawingml/2006/main">
            <a:srgbClr val="14866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E642E98-4F75-4A85-9209-3F7DDCF40319}"/>
              </a:ext>
            </a:extLst>
          </p:cNvPr>
          <p:cNvSpPr>
            <a:spLocks xmlns:a="http://schemas.openxmlformats.org/drawingml/2006/main" noGrp="1"/>
          </p:cNvSpPr>
          <p:nvPr/>
        </p:nvSpPr>
        <p:spPr>
          <a:xfrm xmlns:a="http://schemas.openxmlformats.org/drawingml/2006/main">
            <a:off x="6305550" y="2762250"/>
            <a:ext cx="195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4866D"/>
                </a:solidFill>
                <a:latin typeface="Arial"/>
                <a:ea typeface="Arial"/>
                <a:cs typeface="Arial"/>
              </a:defRPr>
            </a:pPr>
            <a:r>
              <a:rPr sz="2025" b="1">
                <a:solidFill>
                  <a:srgbClr val="14866D"/>
                </a:solidFill>
                <a:latin typeface="Arial"/>
                <a:ea typeface="Arial"/>
                <a:cs typeface="Arial"/>
              </a:rPr>
              <a:t>10 / 10</a:t>
            </a:r>
          </a:p>
        </p:txBody>
      </p:sp>
      <p:sp>
        <p:nvSpPr>
          <p:cNvPr id="21" name="">
            <a:extLst xmlns:a="http://schemas.openxmlformats.org/drawingml/2006/main">
              <a:ext uri="{FF2B5EF4-FFF2-40B4-BE49-F238E27FC236}">
                <a16:creationId xmlns:a16="http://schemas.microsoft.com/office/drawing/2014/main" id="{DB0A2C4A-41D5-4B5D-B171-661C68B36572}"/>
              </a:ext>
            </a:extLst>
          </p:cNvPr>
          <p:cNvSpPr>
            <a:spLocks xmlns:a="http://schemas.openxmlformats.org/drawingml/2006/main" noGrp="1"/>
          </p:cNvSpPr>
          <p:nvPr/>
        </p:nvSpPr>
        <p:spPr>
          <a:xfrm xmlns:a="http://schemas.openxmlformats.org/drawingml/2006/main">
            <a:off x="8277225" y="27813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152338"/>
                </a:solidFill>
                <a:latin typeface="Arial"/>
                <a:ea typeface="Arial"/>
                <a:cs typeface="Arial"/>
              </a:defRPr>
            </a:pPr>
            <a:r>
              <a:rPr sz="1050" b="1">
                <a:solidFill>
                  <a:srgbClr val="152338"/>
                </a:solidFill>
                <a:latin typeface="Arial"/>
                <a:ea typeface="Arial"/>
                <a:cs typeface="Arial"/>
              </a:rPr>
              <a:t>ON 组任务成功</a:t>
            </a:r>
          </a:p>
        </p:txBody>
      </p:sp>
      <p:sp>
        <p:nvSpPr>
          <p:cNvPr id="22" name="">
            <a:extLst xmlns:a="http://schemas.openxmlformats.org/drawingml/2006/main">
              <a:ext uri="{FF2B5EF4-FFF2-40B4-BE49-F238E27FC236}">
                <a16:creationId xmlns:a16="http://schemas.microsoft.com/office/drawing/2014/main" id="{3D2F4FE2-3EAA-4508-BF85-8F71FBB879E8}"/>
              </a:ext>
            </a:extLst>
          </p:cNvPr>
          <p:cNvSpPr>
            <a:spLocks xmlns:a="http://schemas.openxmlformats.org/drawingml/2006/main" noGrp="1"/>
          </p:cNvSpPr>
          <p:nvPr/>
        </p:nvSpPr>
        <p:spPr>
          <a:xfrm xmlns:a="http://schemas.openxmlformats.org/drawingml/2006/main">
            <a:off x="8277225" y="303847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自建试跑小样本，不代表总体 Coding 成功率</a:t>
            </a:r>
          </a:p>
        </p:txBody>
      </p:sp>
      <p:sp>
        <p:nvSpPr>
          <p:cNvPr id="23" name="">
            <a:extLst xmlns:a="http://schemas.openxmlformats.org/drawingml/2006/main">
              <a:ext uri="{FF2B5EF4-FFF2-40B4-BE49-F238E27FC236}">
                <a16:creationId xmlns:a16="http://schemas.microsoft.com/office/drawing/2014/main" id="{7861F094-8B4F-4482-9D56-717538C7CA10}"/>
              </a:ext>
            </a:extLst>
          </p:cNvPr>
          <p:cNvSpPr>
            <a:spLocks xmlns:a="http://schemas.openxmlformats.org/drawingml/2006/main" noGrp="1"/>
          </p:cNvSpPr>
          <p:nvPr/>
        </p:nvSpPr>
        <p:spPr>
          <a:xfrm xmlns:a="http://schemas.openxmlformats.org/drawingml/2006/main">
            <a:off x="647700" y="3686175"/>
            <a:ext cx="52197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ln>
        </p:spPr>
      </p:sp>
      <p:sp>
        <p:nvSpPr>
          <p:cNvPr id="24" name="">
            <a:extLst xmlns:a="http://schemas.openxmlformats.org/drawingml/2006/main">
              <a:ext uri="{FF2B5EF4-FFF2-40B4-BE49-F238E27FC236}">
                <a16:creationId xmlns:a16="http://schemas.microsoft.com/office/drawing/2014/main" id="{31CF4BE4-DA1A-4C42-B564-734EC85F4672}"/>
              </a:ext>
            </a:extLst>
          </p:cNvPr>
          <p:cNvSpPr>
            <a:spLocks xmlns:a="http://schemas.openxmlformats.org/drawingml/2006/main" noGrp="1"/>
          </p:cNvSpPr>
          <p:nvPr/>
        </p:nvSpPr>
        <p:spPr>
          <a:xfrm xmlns:a="http://schemas.openxmlformats.org/drawingml/2006/main">
            <a:off x="647700" y="3686175"/>
            <a:ext cx="57150" cy="838200"/>
          </a:xfrm>
          <a:prstGeom xmlns:a="http://schemas.openxmlformats.org/drawingml/2006/main" prst="rect">
            <a:avLst/>
          </a:prstGeom>
          <a:solidFill xmlns:a="http://schemas.openxmlformats.org/drawingml/2006/main">
            <a:srgbClr val="15233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140C219-831B-449D-8D0A-DBF14097A79A}"/>
              </a:ext>
            </a:extLst>
          </p:cNvPr>
          <p:cNvSpPr>
            <a:spLocks xmlns:a="http://schemas.openxmlformats.org/drawingml/2006/main" noGrp="1"/>
          </p:cNvSpPr>
          <p:nvPr/>
        </p:nvSpPr>
        <p:spPr>
          <a:xfrm xmlns:a="http://schemas.openxmlformats.org/drawingml/2006/main">
            <a:off x="828675" y="3762375"/>
            <a:ext cx="195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152338"/>
                </a:solidFill>
                <a:latin typeface="Arial"/>
                <a:ea typeface="Arial"/>
                <a:cs typeface="Arial"/>
              </a:defRPr>
            </a:pPr>
            <a:r>
              <a:rPr sz="2025" b="1">
                <a:solidFill>
                  <a:srgbClr val="152338"/>
                </a:solidFill>
                <a:latin typeface="Arial"/>
                <a:ea typeface="Arial"/>
                <a:cs typeface="Arial"/>
              </a:rPr>
              <a:t>2.0–2.5s</a:t>
            </a:r>
          </a:p>
        </p:txBody>
      </p:sp>
      <p:sp>
        <p:nvSpPr>
          <p:cNvPr id="26" name="">
            <a:extLst xmlns:a="http://schemas.openxmlformats.org/drawingml/2006/main">
              <a:ext uri="{FF2B5EF4-FFF2-40B4-BE49-F238E27FC236}">
                <a16:creationId xmlns:a16="http://schemas.microsoft.com/office/drawing/2014/main" id="{4D553D32-D7E6-453A-A280-CBEE22091259}"/>
              </a:ext>
            </a:extLst>
          </p:cNvPr>
          <p:cNvSpPr>
            <a:spLocks xmlns:a="http://schemas.openxmlformats.org/drawingml/2006/main" noGrp="1"/>
          </p:cNvSpPr>
          <p:nvPr/>
        </p:nvSpPr>
        <p:spPr>
          <a:xfrm xmlns:a="http://schemas.openxmlformats.org/drawingml/2006/main">
            <a:off x="2800350" y="37814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152338"/>
                </a:solidFill>
                <a:latin typeface="Arial"/>
                <a:ea typeface="Arial"/>
                <a:cs typeface="Arial"/>
              </a:defRPr>
            </a:pPr>
            <a:r>
              <a:rPr sz="1050" b="1">
                <a:solidFill>
                  <a:srgbClr val="152338"/>
                </a:solidFill>
                <a:latin typeface="Arial"/>
                <a:ea typeface="Arial"/>
                <a:cs typeface="Arial"/>
              </a:rPr>
              <a:t>读路径时延</a:t>
            </a:r>
          </a:p>
        </p:txBody>
      </p:sp>
      <p:sp>
        <p:nvSpPr>
          <p:cNvPr id="27" name="">
            <a:extLst xmlns:a="http://schemas.openxmlformats.org/drawingml/2006/main">
              <a:ext uri="{FF2B5EF4-FFF2-40B4-BE49-F238E27FC236}">
                <a16:creationId xmlns:a16="http://schemas.microsoft.com/office/drawing/2014/main" id="{8505FD10-8E2F-41A5-B023-A927EE8C0A14}"/>
              </a:ext>
            </a:extLst>
          </p:cNvPr>
          <p:cNvSpPr>
            <a:spLocks xmlns:a="http://schemas.openxmlformats.org/drawingml/2006/main" noGrp="1"/>
          </p:cNvSpPr>
          <p:nvPr/>
        </p:nvSpPr>
        <p:spPr>
          <a:xfrm xmlns:a="http://schemas.openxmlformats.org/drawingml/2006/main">
            <a:off x="2800350" y="40386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写约 1.1s；读写路径分别统计</a:t>
            </a:r>
          </a:p>
        </p:txBody>
      </p:sp>
      <p:sp>
        <p:nvSpPr>
          <p:cNvPr id="28" name="">
            <a:extLst xmlns:a="http://schemas.openxmlformats.org/drawingml/2006/main">
              <a:ext uri="{FF2B5EF4-FFF2-40B4-BE49-F238E27FC236}">
                <a16:creationId xmlns:a16="http://schemas.microsoft.com/office/drawing/2014/main" id="{0DF52B8F-A03B-41CA-AC29-3A9FD341FFB9}"/>
              </a:ext>
            </a:extLst>
          </p:cNvPr>
          <p:cNvSpPr>
            <a:spLocks xmlns:a="http://schemas.openxmlformats.org/drawingml/2006/main" noGrp="1"/>
          </p:cNvSpPr>
          <p:nvPr/>
        </p:nvSpPr>
        <p:spPr>
          <a:xfrm xmlns:a="http://schemas.openxmlformats.org/drawingml/2006/main">
            <a:off x="6124575" y="3686175"/>
            <a:ext cx="52197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D9DEE5"/>
            </a:solidFill>
          </a:ln>
        </p:spPr>
      </p:sp>
      <p:sp>
        <p:nvSpPr>
          <p:cNvPr id="29" name="">
            <a:extLst xmlns:a="http://schemas.openxmlformats.org/drawingml/2006/main">
              <a:ext uri="{FF2B5EF4-FFF2-40B4-BE49-F238E27FC236}">
                <a16:creationId xmlns:a16="http://schemas.microsoft.com/office/drawing/2014/main" id="{31CF1615-886F-4BB9-BC1B-A6F86E4E4BA2}"/>
              </a:ext>
            </a:extLst>
          </p:cNvPr>
          <p:cNvSpPr>
            <a:spLocks xmlns:a="http://schemas.openxmlformats.org/drawingml/2006/main" noGrp="1"/>
          </p:cNvSpPr>
          <p:nvPr/>
        </p:nvSpPr>
        <p:spPr>
          <a:xfrm xmlns:a="http://schemas.openxmlformats.org/drawingml/2006/main">
            <a:off x="6124575" y="3686175"/>
            <a:ext cx="57150" cy="838200"/>
          </a:xfrm>
          <a:prstGeom xmlns:a="http://schemas.openxmlformats.org/drawingml/2006/main" prst="rect">
            <a:avLst/>
          </a:prstGeom>
          <a:solidFill xmlns:a="http://schemas.openxmlformats.org/drawingml/2006/main">
            <a:srgbClr val="C65D3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CD95F83-2ECE-4653-BC7A-594D7937AD28}"/>
              </a:ext>
            </a:extLst>
          </p:cNvPr>
          <p:cNvSpPr>
            <a:spLocks xmlns:a="http://schemas.openxmlformats.org/drawingml/2006/main" noGrp="1"/>
          </p:cNvSpPr>
          <p:nvPr/>
        </p:nvSpPr>
        <p:spPr>
          <a:xfrm xmlns:a="http://schemas.openxmlformats.org/drawingml/2006/main">
            <a:off x="6305550" y="3762375"/>
            <a:ext cx="1952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025" b="1">
                <a:solidFill>
                  <a:srgbClr val="C65D32"/>
                </a:solidFill>
                <a:latin typeface="Arial"/>
                <a:ea typeface="Arial"/>
                <a:cs typeface="Arial"/>
              </a:defRPr>
            </a:pPr>
            <a:r>
              <a:rPr sz="2025" b="1">
                <a:solidFill>
                  <a:srgbClr val="C65D32"/>
                </a:solidFill>
                <a:latin typeface="Arial"/>
                <a:ea typeface="Arial"/>
                <a:cs typeface="Arial"/>
              </a:rPr>
              <a:t>31 / 31</a:t>
            </a:r>
          </a:p>
        </p:txBody>
      </p:sp>
      <p:sp>
        <p:nvSpPr>
          <p:cNvPr id="31" name="">
            <a:extLst xmlns:a="http://schemas.openxmlformats.org/drawingml/2006/main">
              <a:ext uri="{FF2B5EF4-FFF2-40B4-BE49-F238E27FC236}">
                <a16:creationId xmlns:a16="http://schemas.microsoft.com/office/drawing/2014/main" id="{732F9653-C879-4B6F-9359-761AF6F81194}"/>
              </a:ext>
            </a:extLst>
          </p:cNvPr>
          <p:cNvSpPr>
            <a:spLocks xmlns:a="http://schemas.openxmlformats.org/drawingml/2006/main" noGrp="1"/>
          </p:cNvSpPr>
          <p:nvPr/>
        </p:nvSpPr>
        <p:spPr>
          <a:xfrm xmlns:a="http://schemas.openxmlformats.org/drawingml/2006/main">
            <a:off x="8277225" y="3781425"/>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050" b="1">
                <a:solidFill>
                  <a:srgbClr val="152338"/>
                </a:solidFill>
                <a:latin typeface="Arial"/>
                <a:ea typeface="Arial"/>
                <a:cs typeface="Arial"/>
              </a:defRPr>
            </a:pPr>
            <a:r>
              <a:rPr sz="1050" b="1">
                <a:solidFill>
                  <a:srgbClr val="152338"/>
                </a:solidFill>
                <a:latin typeface="Arial"/>
                <a:ea typeface="Arial"/>
                <a:cs typeface="Arial"/>
              </a:rPr>
              <a:t>记忆题集正确</a:t>
            </a:r>
          </a:p>
        </p:txBody>
      </p:sp>
      <p:sp>
        <p:nvSpPr>
          <p:cNvPr id="32" name="">
            <a:extLst xmlns:a="http://schemas.openxmlformats.org/drawingml/2006/main">
              <a:ext uri="{FF2B5EF4-FFF2-40B4-BE49-F238E27FC236}">
                <a16:creationId xmlns:a16="http://schemas.microsoft.com/office/drawing/2014/main" id="{357525B5-5FDD-4387-B320-EBF22E9E947B}"/>
              </a:ext>
            </a:extLst>
          </p:cNvPr>
          <p:cNvSpPr>
            <a:spLocks xmlns:a="http://schemas.openxmlformats.org/drawingml/2006/main" noGrp="1"/>
          </p:cNvSpPr>
          <p:nvPr/>
        </p:nvSpPr>
        <p:spPr>
          <a:xfrm xmlns:a="http://schemas.openxmlformats.org/drawingml/2006/main">
            <a:off x="8277225" y="40386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自建数据；拒答正确率 100%</a:t>
            </a:r>
          </a:p>
        </p:txBody>
      </p:sp>
      <p:sp>
        <p:nvSpPr>
          <p:cNvPr id="33" name="">
            <a:extLst xmlns:a="http://schemas.openxmlformats.org/drawingml/2006/main">
              <a:ext uri="{FF2B5EF4-FFF2-40B4-BE49-F238E27FC236}">
                <a16:creationId xmlns:a16="http://schemas.microsoft.com/office/drawing/2014/main" id="{64E3CE6A-64BC-4C00-A099-9E37B0D277E5}"/>
              </a:ext>
            </a:extLst>
          </p:cNvPr>
          <p:cNvSpPr>
            <a:spLocks xmlns:a="http://schemas.openxmlformats.org/drawingml/2006/main" noGrp="1"/>
          </p:cNvSpPr>
          <p:nvPr/>
        </p:nvSpPr>
        <p:spPr>
          <a:xfrm xmlns:a="http://schemas.openxmlformats.org/drawingml/2006/main">
            <a:off x="647700" y="4772025"/>
            <a:ext cx="1190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C65D32"/>
                </a:solidFill>
                <a:latin typeface="Arial"/>
                <a:ea typeface="Arial"/>
                <a:cs typeface="Arial"/>
              </a:defRPr>
            </a:pPr>
            <a:r>
              <a:rPr sz="900" b="1">
                <a:solidFill>
                  <a:srgbClr val="C65D32"/>
                </a:solidFill>
                <a:latin typeface="Arial"/>
                <a:ea typeface="Arial"/>
                <a:cs typeface="Arial"/>
              </a:rPr>
              <a:t>MCP 试跑</a:t>
            </a:r>
          </a:p>
        </p:txBody>
      </p:sp>
      <p:sp>
        <p:nvSpPr>
          <p:cNvPr id="34" name="">
            <a:extLst xmlns:a="http://schemas.openxmlformats.org/drawingml/2006/main">
              <a:ext uri="{FF2B5EF4-FFF2-40B4-BE49-F238E27FC236}">
                <a16:creationId xmlns:a16="http://schemas.microsoft.com/office/drawing/2014/main" id="{139772E4-2CCA-49D5-BA81-FA1C351AE891}"/>
              </a:ext>
            </a:extLst>
          </p:cNvPr>
          <p:cNvSpPr>
            <a:spLocks xmlns:a="http://schemas.openxmlformats.org/drawingml/2006/main" noGrp="1"/>
          </p:cNvSpPr>
          <p:nvPr/>
        </p:nvSpPr>
        <p:spPr>
          <a:xfrm xmlns:a="http://schemas.openxmlformats.org/drawingml/2006/main">
            <a:off x="1876425" y="4733925"/>
            <a:ext cx="5762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52338"/>
                </a:solidFill>
                <a:latin typeface="Arial"/>
                <a:ea typeface="Arial"/>
                <a:cs typeface="Arial"/>
              </a:defRPr>
            </a:pPr>
            <a:r>
              <a:rPr sz="1125" b="1">
                <a:solidFill>
                  <a:srgbClr val="152338"/>
                </a:solidFill>
                <a:latin typeface="Arial"/>
                <a:ea typeface="Arial"/>
                <a:cs typeface="Arial"/>
              </a:rPr>
              <a:t>工具调用 −43%  ·  轮次 −39%  ·  token −18%</a:t>
            </a:r>
          </a:p>
        </p:txBody>
      </p:sp>
      <p:sp>
        <p:nvSpPr>
          <p:cNvPr id="35" name="">
            <a:extLst xmlns:a="http://schemas.openxmlformats.org/drawingml/2006/main">
              <a:ext uri="{FF2B5EF4-FFF2-40B4-BE49-F238E27FC236}">
                <a16:creationId xmlns:a16="http://schemas.microsoft.com/office/drawing/2014/main" id="{C1DAAFA1-EAFF-4C4D-B529-6DAF6B4B1336}"/>
              </a:ext>
            </a:extLst>
          </p:cNvPr>
          <p:cNvSpPr>
            <a:spLocks xmlns:a="http://schemas.openxmlformats.org/drawingml/2006/main" noGrp="1"/>
          </p:cNvSpPr>
          <p:nvPr/>
        </p:nvSpPr>
        <p:spPr>
          <a:xfrm xmlns:a="http://schemas.openxmlformats.org/drawingml/2006/main">
            <a:off x="1876425" y="5010150"/>
            <a:ext cx="938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C65D32"/>
                </a:solidFill>
                <a:latin typeface="Arial"/>
                <a:ea typeface="Arial"/>
                <a:cs typeface="Arial"/>
              </a:defRPr>
            </a:pPr>
            <a:r>
              <a:rPr sz="825" b="0">
                <a:solidFill>
                  <a:srgbClr val="C65D32"/>
                </a:solidFill>
                <a:latin typeface="Arial"/>
                <a:ea typeface="Arial"/>
                <a:cs typeface="Arial"/>
              </a:rPr>
              <a:t>10 题试跑；OFF 组 grep 失败并触发慢回退，基线污染，差值仅作方向性观察。</a:t>
            </a:r>
          </a:p>
        </p:txBody>
      </p:sp>
      <p:sp>
        <p:nvSpPr>
          <p:cNvPr id="36" name="">
            <a:extLst xmlns:a="http://schemas.openxmlformats.org/drawingml/2006/main">
              <a:ext uri="{FF2B5EF4-FFF2-40B4-BE49-F238E27FC236}">
                <a16:creationId xmlns:a16="http://schemas.microsoft.com/office/drawing/2014/main" id="{D708D48B-BD80-4C73-8859-A4823CF289C7}"/>
              </a:ext>
            </a:extLst>
          </p:cNvPr>
          <p:cNvSpPr>
            <a:spLocks xmlns:a="http://schemas.openxmlformats.org/drawingml/2006/main" noGrp="1"/>
          </p:cNvSpPr>
          <p:nvPr/>
        </p:nvSpPr>
        <p:spPr>
          <a:xfrm xmlns:a="http://schemas.openxmlformats.org/drawingml/2006/main">
            <a:off x="647700" y="5391150"/>
            <a:ext cx="10906125" cy="638175"/>
          </a:xfrm>
          <a:prstGeom xmlns:a="http://schemas.openxmlformats.org/drawingml/2006/main" prst="roundRect">
            <a:avLst>
              <a:gd name="adj" fmla="val 11940"/>
            </a:avLst>
          </a:prstGeom>
          <a:solidFill xmlns:a="http://schemas.openxmlformats.org/drawingml/2006/main">
            <a:srgbClr val="E8EDFF"/>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70B2403-A7AB-4AE2-BF10-094485EAEC44}"/>
              </a:ext>
            </a:extLst>
          </p:cNvPr>
          <p:cNvSpPr>
            <a:spLocks xmlns:a="http://schemas.openxmlformats.org/drawingml/2006/main" noGrp="1"/>
          </p:cNvSpPr>
          <p:nvPr/>
        </p:nvSpPr>
        <p:spPr>
          <a:xfrm xmlns:a="http://schemas.openxmlformats.org/drawingml/2006/main">
            <a:off x="790575" y="5448300"/>
            <a:ext cx="138112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315EF6"/>
                </a:solidFill>
                <a:latin typeface="Arial"/>
                <a:ea typeface="Arial"/>
                <a:cs typeface="Arial"/>
              </a:defRPr>
            </a:pPr>
            <a:r>
              <a:rPr sz="900" b="1">
                <a:solidFill>
                  <a:srgbClr val="315EF6"/>
                </a:solidFill>
                <a:latin typeface="Arial"/>
                <a:ea typeface="Arial"/>
                <a:cs typeface="Arial"/>
              </a:rPr>
              <a:t>可比性与下一步</a:t>
            </a:r>
          </a:p>
        </p:txBody>
      </p:sp>
      <p:sp>
        <p:nvSpPr>
          <p:cNvPr id="38" name="">
            <a:extLst xmlns:a="http://schemas.openxmlformats.org/drawingml/2006/main">
              <a:ext uri="{FF2B5EF4-FFF2-40B4-BE49-F238E27FC236}">
                <a16:creationId xmlns:a16="http://schemas.microsoft.com/office/drawing/2014/main" id="{15173E68-2324-4698-BF5A-BC1C22955176}"/>
              </a:ext>
            </a:extLst>
          </p:cNvPr>
          <p:cNvSpPr>
            <a:spLocks xmlns:a="http://schemas.openxmlformats.org/drawingml/2006/main" noGrp="1"/>
          </p:cNvSpPr>
          <p:nvPr/>
        </p:nvSpPr>
        <p:spPr>
          <a:xfrm xmlns:a="http://schemas.openxmlformats.org/drawingml/2006/main">
            <a:off x="2238375" y="5438775"/>
            <a:ext cx="914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152338"/>
                </a:solidFill>
                <a:latin typeface="Arial"/>
                <a:ea typeface="Arial"/>
                <a:cs typeface="Arial"/>
              </a:defRPr>
            </a:pPr>
            <a:r>
              <a:rPr sz="900" b="1">
                <a:solidFill>
                  <a:srgbClr val="152338"/>
                </a:solidFill>
                <a:latin typeface="Arial"/>
                <a:ea typeface="Arial"/>
                <a:cs typeface="Arial"/>
              </a:rPr>
              <a:t>8 项整体 Coding / Agent 基准尚未运行；跨团队/论文数据不与本地检索分数直接比较。</a:t>
            </a:r>
          </a:p>
        </p:txBody>
      </p:sp>
      <p:sp>
        <p:nvSpPr>
          <p:cNvPr id="39" name="">
            <a:extLst xmlns:a="http://schemas.openxmlformats.org/drawingml/2006/main">
              <a:ext uri="{FF2B5EF4-FFF2-40B4-BE49-F238E27FC236}">
                <a16:creationId xmlns:a16="http://schemas.microsoft.com/office/drawing/2014/main" id="{1DF4C51F-DDF4-4912-B095-53EE8A41F971}"/>
              </a:ext>
            </a:extLst>
          </p:cNvPr>
          <p:cNvSpPr>
            <a:spLocks xmlns:a="http://schemas.openxmlformats.org/drawingml/2006/main" noGrp="1"/>
          </p:cNvSpPr>
          <p:nvPr/>
        </p:nvSpPr>
        <p:spPr>
          <a:xfrm xmlns:a="http://schemas.openxmlformats.org/drawingml/2006/main">
            <a:off x="2238375" y="5676900"/>
            <a:ext cx="914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先做同模型、同任务、同 Harness 对照；再跟踪知识库覆盖 / 结构 / 溯源 / 新鲜度 / 冗余随规模的变化。</a:t>
            </a:r>
          </a:p>
        </p:txBody>
      </p:sp>
    </p:spTree>
    <p:extLst>
      <p:ext uri="{BB962C8B-B14F-4D97-AF65-F5344CB8AC3E}">
        <p14:creationId xmlns:p14="http://schemas.microsoft.com/office/powerpoint/2010/main" val="158961948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696AAFF-597E-4EAB-B439-72B5CCF91225}"/>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07 · 组织级知识图谱</a:t>
            </a:r>
          </a:p>
        </p:txBody>
      </p:sp>
      <p:sp>
        <p:nvSpPr>
          <p:cNvPr id="2" name="">
            <a:extLst xmlns:a="http://schemas.openxmlformats.org/drawingml/2006/main">
              <a:ext uri="{FF2B5EF4-FFF2-40B4-BE49-F238E27FC236}">
                <a16:creationId xmlns:a16="http://schemas.microsoft.com/office/drawing/2014/main" id="{EAC69D4E-C2FF-464A-BE9E-7B499BD42E9B}"/>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联邦把领域知识库组合成组织级知识图谱</a:t>
            </a:r>
          </a:p>
        </p:txBody>
      </p:sp>
      <p:sp>
        <p:nvSpPr>
          <p:cNvPr id="3" name="">
            <a:extLst xmlns:a="http://schemas.openxmlformats.org/drawingml/2006/main">
              <a:ext uri="{FF2B5EF4-FFF2-40B4-BE49-F238E27FC236}">
                <a16:creationId xmlns:a16="http://schemas.microsoft.com/office/drawing/2014/main" id="{4E1716C3-C826-44FB-ABB2-A6C35D7B30C3}"/>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项目自治维护事实源；中心统一发现、授权与引用，不复制成员图谱</a:t>
            </a:r>
          </a:p>
        </p:txBody>
      </p:sp>
      <p:sp>
        <p:nvSpPr>
          <p:cNvPr id="4" name="">
            <a:extLst xmlns:a="http://schemas.openxmlformats.org/drawingml/2006/main">
              <a:ext uri="{FF2B5EF4-FFF2-40B4-BE49-F238E27FC236}">
                <a16:creationId xmlns:a16="http://schemas.microsoft.com/office/drawing/2014/main" id="{EBAFE20C-C3E7-451E-91EA-E1CE6B148F8F}"/>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25269918-2926-4CF6-9839-A3EE80EDE8ED}"/>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07</a:t>
            </a:r>
          </a:p>
        </p:txBody>
      </p:sp>
      <p:sp>
        <p:nvSpPr>
          <p:cNvPr id="6" name="">
            <a:extLst xmlns:a="http://schemas.openxmlformats.org/drawingml/2006/main">
              <a:ext uri="{FF2B5EF4-FFF2-40B4-BE49-F238E27FC236}">
                <a16:creationId xmlns:a16="http://schemas.microsoft.com/office/drawing/2014/main" id="{4FAE8926-761F-473C-BEAB-FB846634126F}"/>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675" b="0">
                <a:solidFill>
                  <a:srgbClr val="64748B"/>
                </a:solidFill>
                <a:latin typeface="Arial"/>
                <a:ea typeface="Arial"/>
                <a:cs typeface="Arial"/>
              </a:defRPr>
            </a:pPr>
            <a:r>
              <a:rPr sz="675" b="0">
                <a:solidFill>
                  <a:srgbClr val="64748B"/>
                </a:solidFill>
                <a:latin typeface="Arial"/>
                <a:ea typeface="Arial"/>
                <a:cs typeface="Arial"/>
              </a:rPr>
              <a:t>design-federated-intent-graph-001</a:t>
            </a:r>
          </a:p>
        </p:txBody>
      </p:sp>
      <p:sp>
        <p:nvSpPr>
          <p:cNvPr id="7" name="">
            <a:extLst xmlns:a="http://schemas.openxmlformats.org/drawingml/2006/main">
              <a:ext uri="{FF2B5EF4-FFF2-40B4-BE49-F238E27FC236}">
                <a16:creationId xmlns:a16="http://schemas.microsoft.com/office/drawing/2014/main" id="{6E69AA3B-BE4F-4576-A624-5FB4B08FEC04}"/>
              </a:ext>
            </a:extLst>
          </p:cNvPr>
          <p:cNvSpPr>
            <a:spLocks xmlns:a="http://schemas.openxmlformats.org/drawingml/2006/main" noGrp="1"/>
          </p:cNvSpPr>
          <p:nvPr/>
        </p:nvSpPr>
        <p:spPr>
          <a:xfrm xmlns:a="http://schemas.openxmlformats.org/drawingml/2006/main">
            <a:off x="628650" y="1809750"/>
            <a:ext cx="1090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315EF6"/>
                </a:solidFill>
                <a:latin typeface="Arial"/>
                <a:ea typeface="Arial"/>
                <a:cs typeface="Arial"/>
              </a:defRPr>
            </a:pPr>
            <a:r>
              <a:rPr sz="975" b="1">
                <a:solidFill>
                  <a:srgbClr val="315EF6"/>
                </a:solidFill>
                <a:latin typeface="Arial"/>
                <a:ea typeface="Arial"/>
                <a:cs typeface="Arial"/>
              </a:rPr>
              <a:t>项目自治维护领域知识库</a:t>
            </a:r>
          </a:p>
        </p:txBody>
      </p:sp>
      <p:sp>
        <p:nvSpPr>
          <p:cNvPr id="8" name="">
            <a:extLst xmlns:a="http://schemas.openxmlformats.org/drawingml/2006/main">
              <a:ext uri="{FF2B5EF4-FFF2-40B4-BE49-F238E27FC236}">
                <a16:creationId xmlns:a16="http://schemas.microsoft.com/office/drawing/2014/main" id="{A6AC2758-3088-4819-95F0-AB761EC7EB04}"/>
              </a:ext>
            </a:extLst>
          </p:cNvPr>
          <p:cNvSpPr>
            <a:spLocks xmlns:a="http://schemas.openxmlformats.org/drawingml/2006/main" noGrp="1"/>
          </p:cNvSpPr>
          <p:nvPr/>
        </p:nvSpPr>
        <p:spPr>
          <a:xfrm xmlns:a="http://schemas.openxmlformats.org/drawingml/2006/main" flipH="1" flipV="1">
            <a:off x="2571750" y="2562225"/>
            <a:ext cx="3543300" cy="1085850"/>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9" name="">
            <a:extLst xmlns:a="http://schemas.openxmlformats.org/drawingml/2006/main">
              <a:ext uri="{FF2B5EF4-FFF2-40B4-BE49-F238E27FC236}">
                <a16:creationId xmlns:a16="http://schemas.microsoft.com/office/drawing/2014/main" id="{56322BB6-9ADA-48B2-B45C-04670B0FB1AE}"/>
              </a:ext>
            </a:extLst>
          </p:cNvPr>
          <p:cNvSpPr>
            <a:spLocks xmlns:a="http://schemas.openxmlformats.org/drawingml/2006/main" noGrp="1"/>
          </p:cNvSpPr>
          <p:nvPr/>
        </p:nvSpPr>
        <p:spPr>
          <a:xfrm xmlns:a="http://schemas.openxmlformats.org/drawingml/2006/main">
            <a:off x="2533650" y="2524125"/>
            <a:ext cx="76200" cy="76200"/>
          </a:xfrm>
          <a:prstGeom xmlns:a="http://schemas.openxmlformats.org/drawingml/2006/main" prst="roundRect">
            <a:avLst>
              <a:gd name="adj" fmla="val 50000"/>
            </a:avLst>
          </a:prstGeom>
          <a:solidFill xmlns:a="http://schemas.openxmlformats.org/drawingml/2006/main">
            <a:srgbClr val="315EF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D41C41D-DAEA-4813-9F1D-8DA771292891}"/>
              </a:ext>
            </a:extLst>
          </p:cNvPr>
          <p:cNvSpPr>
            <a:spLocks xmlns:a="http://schemas.openxmlformats.org/drawingml/2006/main" noGrp="1"/>
          </p:cNvSpPr>
          <p:nvPr/>
        </p:nvSpPr>
        <p:spPr>
          <a:xfrm xmlns:a="http://schemas.openxmlformats.org/drawingml/2006/main">
            <a:off x="1952625" y="2324100"/>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11" name="">
            <a:extLst xmlns:a="http://schemas.openxmlformats.org/drawingml/2006/main">
              <a:ext uri="{FF2B5EF4-FFF2-40B4-BE49-F238E27FC236}">
                <a16:creationId xmlns:a16="http://schemas.microsoft.com/office/drawing/2014/main" id="{F5BEE62F-BED0-4467-BDA1-04C7ACD472BC}"/>
              </a:ext>
            </a:extLst>
          </p:cNvPr>
          <p:cNvSpPr>
            <a:spLocks xmlns:a="http://schemas.openxmlformats.org/drawingml/2006/main" noGrp="1"/>
          </p:cNvSpPr>
          <p:nvPr/>
        </p:nvSpPr>
        <p:spPr>
          <a:xfrm xmlns:a="http://schemas.openxmlformats.org/drawingml/2006/main">
            <a:off x="2000250" y="2390775"/>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152338"/>
                </a:solidFill>
                <a:latin typeface="Arial"/>
                <a:ea typeface="Arial"/>
                <a:cs typeface="Arial"/>
              </a:defRPr>
            </a:pPr>
            <a:r>
              <a:rPr sz="975" b="1">
                <a:solidFill>
                  <a:srgbClr val="152338"/>
                </a:solidFill>
                <a:latin typeface="Arial"/>
                <a:ea typeface="Arial"/>
                <a:cs typeface="Arial"/>
              </a:rPr>
              <a:t>archgraph</a:t>
            </a:r>
          </a:p>
        </p:txBody>
      </p:sp>
      <p:sp>
        <p:nvSpPr>
          <p:cNvPr id="12" name="">
            <a:extLst xmlns:a="http://schemas.openxmlformats.org/drawingml/2006/main">
              <a:ext uri="{FF2B5EF4-FFF2-40B4-BE49-F238E27FC236}">
                <a16:creationId xmlns:a16="http://schemas.microsoft.com/office/drawing/2014/main" id="{9E387103-EAC3-4E3E-9696-271A34847C32}"/>
              </a:ext>
            </a:extLst>
          </p:cNvPr>
          <p:cNvSpPr>
            <a:spLocks xmlns:a="http://schemas.openxmlformats.org/drawingml/2006/main" noGrp="1"/>
          </p:cNvSpPr>
          <p:nvPr/>
        </p:nvSpPr>
        <p:spPr>
          <a:xfrm xmlns:a="http://schemas.openxmlformats.org/drawingml/2006/main" flipH="1" flipV="1">
            <a:off x="4743450" y="2209800"/>
            <a:ext cx="1371600" cy="1438275"/>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13" name="">
            <a:extLst xmlns:a="http://schemas.openxmlformats.org/drawingml/2006/main">
              <a:ext uri="{FF2B5EF4-FFF2-40B4-BE49-F238E27FC236}">
                <a16:creationId xmlns:a16="http://schemas.microsoft.com/office/drawing/2014/main" id="{D7740D81-876F-47DC-A669-402268AF7BFC}"/>
              </a:ext>
            </a:extLst>
          </p:cNvPr>
          <p:cNvSpPr>
            <a:spLocks xmlns:a="http://schemas.openxmlformats.org/drawingml/2006/main" noGrp="1"/>
          </p:cNvSpPr>
          <p:nvPr/>
        </p:nvSpPr>
        <p:spPr>
          <a:xfrm xmlns:a="http://schemas.openxmlformats.org/drawingml/2006/main">
            <a:off x="4705350" y="2171700"/>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D2731E7-AEBC-4175-889D-61F357E39B4D}"/>
              </a:ext>
            </a:extLst>
          </p:cNvPr>
          <p:cNvSpPr>
            <a:spLocks xmlns:a="http://schemas.openxmlformats.org/drawingml/2006/main" noGrp="1"/>
          </p:cNvSpPr>
          <p:nvPr/>
        </p:nvSpPr>
        <p:spPr>
          <a:xfrm xmlns:a="http://schemas.openxmlformats.org/drawingml/2006/main">
            <a:off x="4124325" y="1971675"/>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15" name="">
            <a:extLst xmlns:a="http://schemas.openxmlformats.org/drawingml/2006/main">
              <a:ext uri="{FF2B5EF4-FFF2-40B4-BE49-F238E27FC236}">
                <a16:creationId xmlns:a16="http://schemas.microsoft.com/office/drawing/2014/main" id="{DE8FD808-0D9D-4355-AC04-6341E99BDA2F}"/>
              </a:ext>
            </a:extLst>
          </p:cNvPr>
          <p:cNvSpPr>
            <a:spLocks xmlns:a="http://schemas.openxmlformats.org/drawingml/2006/main" noGrp="1"/>
          </p:cNvSpPr>
          <p:nvPr/>
        </p:nvSpPr>
        <p:spPr>
          <a:xfrm xmlns:a="http://schemas.openxmlformats.org/drawingml/2006/main">
            <a:off x="4171950" y="2038350"/>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152338"/>
                </a:solidFill>
                <a:latin typeface="Arial"/>
                <a:ea typeface="Arial"/>
                <a:cs typeface="Arial"/>
              </a:defRPr>
            </a:pPr>
            <a:r>
              <a:rPr sz="975" b="1">
                <a:solidFill>
                  <a:srgbClr val="152338"/>
                </a:solidFill>
                <a:latin typeface="Arial"/>
                <a:ea typeface="Arial"/>
                <a:cs typeface="Arial"/>
              </a:rPr>
              <a:t>graph-wiki</a:t>
            </a:r>
          </a:p>
        </p:txBody>
      </p:sp>
      <p:sp>
        <p:nvSpPr>
          <p:cNvPr id="16" name="">
            <a:extLst xmlns:a="http://schemas.openxmlformats.org/drawingml/2006/main">
              <a:ext uri="{FF2B5EF4-FFF2-40B4-BE49-F238E27FC236}">
                <a16:creationId xmlns:a16="http://schemas.microsoft.com/office/drawing/2014/main" id="{827A50C4-A40B-481E-B7AB-8382423F0420}"/>
              </a:ext>
            </a:extLst>
          </p:cNvPr>
          <p:cNvSpPr>
            <a:spLocks xmlns:a="http://schemas.openxmlformats.org/drawingml/2006/main" noGrp="1"/>
          </p:cNvSpPr>
          <p:nvPr/>
        </p:nvSpPr>
        <p:spPr>
          <a:xfrm xmlns:a="http://schemas.openxmlformats.org/drawingml/2006/main" flipH="0" flipV="1">
            <a:off x="6115050" y="2209800"/>
            <a:ext cx="2705100" cy="143827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17" name="">
            <a:extLst xmlns:a="http://schemas.openxmlformats.org/drawingml/2006/main">
              <a:ext uri="{FF2B5EF4-FFF2-40B4-BE49-F238E27FC236}">
                <a16:creationId xmlns:a16="http://schemas.microsoft.com/office/drawing/2014/main" id="{A47D52C1-9C9F-475E-B8BE-83796BFF980E}"/>
              </a:ext>
            </a:extLst>
          </p:cNvPr>
          <p:cNvSpPr>
            <a:spLocks xmlns:a="http://schemas.openxmlformats.org/drawingml/2006/main" noGrp="1"/>
          </p:cNvSpPr>
          <p:nvPr/>
        </p:nvSpPr>
        <p:spPr>
          <a:xfrm xmlns:a="http://schemas.openxmlformats.org/drawingml/2006/main">
            <a:off x="8782050" y="2171700"/>
            <a:ext cx="76200" cy="76200"/>
          </a:xfrm>
          <a:prstGeom xmlns:a="http://schemas.openxmlformats.org/drawingml/2006/main" prst="roundRect">
            <a:avLst>
              <a:gd name="adj" fmla="val 50000"/>
            </a:avLst>
          </a:prstGeom>
          <a:solidFill xmlns:a="http://schemas.openxmlformats.org/drawingml/2006/main">
            <a:srgbClr val="315EF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DD4307B-353A-4851-A89D-5C3EBB37950F}"/>
              </a:ext>
            </a:extLst>
          </p:cNvPr>
          <p:cNvSpPr>
            <a:spLocks xmlns:a="http://schemas.openxmlformats.org/drawingml/2006/main" noGrp="1"/>
          </p:cNvSpPr>
          <p:nvPr/>
        </p:nvSpPr>
        <p:spPr>
          <a:xfrm xmlns:a="http://schemas.openxmlformats.org/drawingml/2006/main">
            <a:off x="8201025" y="1971675"/>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19" name="">
            <a:extLst xmlns:a="http://schemas.openxmlformats.org/drawingml/2006/main">
              <a:ext uri="{FF2B5EF4-FFF2-40B4-BE49-F238E27FC236}">
                <a16:creationId xmlns:a16="http://schemas.microsoft.com/office/drawing/2014/main" id="{B0D6985D-4762-4A82-9FE8-0A88E0531D1D}"/>
              </a:ext>
            </a:extLst>
          </p:cNvPr>
          <p:cNvSpPr>
            <a:spLocks xmlns:a="http://schemas.openxmlformats.org/drawingml/2006/main" noGrp="1"/>
          </p:cNvSpPr>
          <p:nvPr/>
        </p:nvSpPr>
        <p:spPr>
          <a:xfrm xmlns:a="http://schemas.openxmlformats.org/drawingml/2006/main">
            <a:off x="8248650" y="2038350"/>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152338"/>
                </a:solidFill>
                <a:latin typeface="Arial"/>
                <a:ea typeface="Arial"/>
                <a:cs typeface="Arial"/>
              </a:defRPr>
            </a:pPr>
            <a:r>
              <a:rPr sz="975" b="1">
                <a:solidFill>
                  <a:srgbClr val="152338"/>
                </a:solidFill>
                <a:latin typeface="Arial"/>
                <a:ea typeface="Arial"/>
                <a:cs typeface="Arial"/>
              </a:rPr>
              <a:t>abot</a:t>
            </a:r>
          </a:p>
        </p:txBody>
      </p:sp>
      <p:sp>
        <p:nvSpPr>
          <p:cNvPr id="20" name="">
            <a:extLst xmlns:a="http://schemas.openxmlformats.org/drawingml/2006/main">
              <a:ext uri="{FF2B5EF4-FFF2-40B4-BE49-F238E27FC236}">
                <a16:creationId xmlns:a16="http://schemas.microsoft.com/office/drawing/2014/main" id="{697398F1-36DE-4F37-BF6C-81E36CF8FA89}"/>
              </a:ext>
            </a:extLst>
          </p:cNvPr>
          <p:cNvSpPr>
            <a:spLocks xmlns:a="http://schemas.openxmlformats.org/drawingml/2006/main" noGrp="1"/>
          </p:cNvSpPr>
          <p:nvPr/>
        </p:nvSpPr>
        <p:spPr>
          <a:xfrm xmlns:a="http://schemas.openxmlformats.org/drawingml/2006/main" flipH="0" flipV="1">
            <a:off x="6115050" y="2705100"/>
            <a:ext cx="4791075" cy="942975"/>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21" name="">
            <a:extLst xmlns:a="http://schemas.openxmlformats.org/drawingml/2006/main">
              <a:ext uri="{FF2B5EF4-FFF2-40B4-BE49-F238E27FC236}">
                <a16:creationId xmlns:a16="http://schemas.microsoft.com/office/drawing/2014/main" id="{02C63894-3F62-46CD-8133-D8F1F7774AD4}"/>
              </a:ext>
            </a:extLst>
          </p:cNvPr>
          <p:cNvSpPr>
            <a:spLocks xmlns:a="http://schemas.openxmlformats.org/drawingml/2006/main" noGrp="1"/>
          </p:cNvSpPr>
          <p:nvPr/>
        </p:nvSpPr>
        <p:spPr>
          <a:xfrm xmlns:a="http://schemas.openxmlformats.org/drawingml/2006/main">
            <a:off x="10868025" y="2667000"/>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39EEFBA-AF47-4769-B410-90240A2780F4}"/>
              </a:ext>
            </a:extLst>
          </p:cNvPr>
          <p:cNvSpPr>
            <a:spLocks xmlns:a="http://schemas.openxmlformats.org/drawingml/2006/main" noGrp="1"/>
          </p:cNvSpPr>
          <p:nvPr/>
        </p:nvSpPr>
        <p:spPr>
          <a:xfrm xmlns:a="http://schemas.openxmlformats.org/drawingml/2006/main">
            <a:off x="10287000" y="2466975"/>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23" name="">
            <a:extLst xmlns:a="http://schemas.openxmlformats.org/drawingml/2006/main">
              <a:ext uri="{FF2B5EF4-FFF2-40B4-BE49-F238E27FC236}">
                <a16:creationId xmlns:a16="http://schemas.microsoft.com/office/drawing/2014/main" id="{3454B1D1-02EA-4C02-B617-41C6C799C045}"/>
              </a:ext>
            </a:extLst>
          </p:cNvPr>
          <p:cNvSpPr>
            <a:spLocks xmlns:a="http://schemas.openxmlformats.org/drawingml/2006/main" noGrp="1"/>
          </p:cNvSpPr>
          <p:nvPr/>
        </p:nvSpPr>
        <p:spPr>
          <a:xfrm xmlns:a="http://schemas.openxmlformats.org/drawingml/2006/main">
            <a:off x="10334625" y="2533650"/>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152338"/>
                </a:solidFill>
                <a:latin typeface="Arial"/>
                <a:ea typeface="Arial"/>
                <a:cs typeface="Arial"/>
              </a:defRPr>
            </a:pPr>
            <a:r>
              <a:rPr sz="975" b="1">
                <a:solidFill>
                  <a:srgbClr val="152338"/>
                </a:solidFill>
                <a:latin typeface="Arial"/>
                <a:ea typeface="Arial"/>
                <a:cs typeface="Arial"/>
              </a:rPr>
              <a:t>my-army</a:t>
            </a:r>
          </a:p>
        </p:txBody>
      </p:sp>
      <p:sp>
        <p:nvSpPr>
          <p:cNvPr id="24" name="">
            <a:extLst xmlns:a="http://schemas.openxmlformats.org/drawingml/2006/main">
              <a:ext uri="{FF2B5EF4-FFF2-40B4-BE49-F238E27FC236}">
                <a16:creationId xmlns:a16="http://schemas.microsoft.com/office/drawing/2014/main" id="{88C25D83-00A9-427B-A67D-65E03BD296E5}"/>
              </a:ext>
            </a:extLst>
          </p:cNvPr>
          <p:cNvSpPr>
            <a:spLocks xmlns:a="http://schemas.openxmlformats.org/drawingml/2006/main" noGrp="1"/>
          </p:cNvSpPr>
          <p:nvPr/>
        </p:nvSpPr>
        <p:spPr>
          <a:xfrm xmlns:a="http://schemas.openxmlformats.org/drawingml/2006/main" flipH="0" flipV="0">
            <a:off x="6115050" y="3648075"/>
            <a:ext cx="4286250" cy="1323975"/>
          </a:xfrm>
          <a:prstGeom xmlns:a="http://schemas.openxmlformats.org/drawingml/2006/main" prst="line">
            <a:avLst/>
          </a:prstGeom>
          <a:noFill xmlns:a="http://schemas.openxmlformats.org/drawingml/2006/main"/>
          <a:ln xmlns:a="http://schemas.openxmlformats.org/drawingml/2006/main" w="19050">
            <a:solidFill>
              <a:srgbClr val="315EF6"/>
            </a:solidFill>
          </a:ln>
        </p:spPr>
      </p:sp>
      <p:sp>
        <p:nvSpPr>
          <p:cNvPr id="25" name="">
            <a:extLst xmlns:a="http://schemas.openxmlformats.org/drawingml/2006/main">
              <a:ext uri="{FF2B5EF4-FFF2-40B4-BE49-F238E27FC236}">
                <a16:creationId xmlns:a16="http://schemas.microsoft.com/office/drawing/2014/main" id="{74E7415D-6EF2-45BF-B6FB-7376FE7F3BB3}"/>
              </a:ext>
            </a:extLst>
          </p:cNvPr>
          <p:cNvSpPr>
            <a:spLocks xmlns:a="http://schemas.openxmlformats.org/drawingml/2006/main" noGrp="1"/>
          </p:cNvSpPr>
          <p:nvPr/>
        </p:nvSpPr>
        <p:spPr>
          <a:xfrm xmlns:a="http://schemas.openxmlformats.org/drawingml/2006/main">
            <a:off x="10363200" y="4933950"/>
            <a:ext cx="76200" cy="76200"/>
          </a:xfrm>
          <a:prstGeom xmlns:a="http://schemas.openxmlformats.org/drawingml/2006/main" prst="roundRect">
            <a:avLst>
              <a:gd name="adj" fmla="val 50000"/>
            </a:avLst>
          </a:prstGeom>
          <a:solidFill xmlns:a="http://schemas.openxmlformats.org/drawingml/2006/main">
            <a:srgbClr val="315EF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2B018C1-C9AA-4BD1-AB9F-2903DDEE4599}"/>
              </a:ext>
            </a:extLst>
          </p:cNvPr>
          <p:cNvSpPr>
            <a:spLocks xmlns:a="http://schemas.openxmlformats.org/drawingml/2006/main" noGrp="1"/>
          </p:cNvSpPr>
          <p:nvPr/>
        </p:nvSpPr>
        <p:spPr>
          <a:xfrm xmlns:a="http://schemas.openxmlformats.org/drawingml/2006/main">
            <a:off x="9782175" y="4733925"/>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27" name="">
            <a:extLst xmlns:a="http://schemas.openxmlformats.org/drawingml/2006/main">
              <a:ext uri="{FF2B5EF4-FFF2-40B4-BE49-F238E27FC236}">
                <a16:creationId xmlns:a16="http://schemas.microsoft.com/office/drawing/2014/main" id="{47A1CB55-AF70-414C-8CE9-7613C5C29373}"/>
              </a:ext>
            </a:extLst>
          </p:cNvPr>
          <p:cNvSpPr>
            <a:spLocks xmlns:a="http://schemas.openxmlformats.org/drawingml/2006/main" noGrp="1"/>
          </p:cNvSpPr>
          <p:nvPr/>
        </p:nvSpPr>
        <p:spPr>
          <a:xfrm xmlns:a="http://schemas.openxmlformats.org/drawingml/2006/main">
            <a:off x="9829800" y="4800600"/>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1">
                <a:solidFill>
                  <a:srgbClr val="152338"/>
                </a:solidFill>
                <a:latin typeface="Arial"/>
                <a:ea typeface="Arial"/>
                <a:cs typeface="Arial"/>
              </a:defRPr>
            </a:pPr>
            <a:r>
              <a:rPr sz="750" b="1">
                <a:solidFill>
                  <a:srgbClr val="152338"/>
                </a:solidFill>
                <a:latin typeface="Arial"/>
                <a:ea typeface="Arial"/>
                <a:cs typeface="Arial"/>
              </a:rPr>
              <a:t>HarmonyOS-Dev-Standards</a:t>
            </a:r>
          </a:p>
        </p:txBody>
      </p:sp>
      <p:sp>
        <p:nvSpPr>
          <p:cNvPr id="28" name="">
            <a:extLst xmlns:a="http://schemas.openxmlformats.org/drawingml/2006/main">
              <a:ext uri="{FF2B5EF4-FFF2-40B4-BE49-F238E27FC236}">
                <a16:creationId xmlns:a16="http://schemas.microsoft.com/office/drawing/2014/main" id="{366449E6-2391-4CAB-A435-FBE9F54C251E}"/>
              </a:ext>
            </a:extLst>
          </p:cNvPr>
          <p:cNvSpPr>
            <a:spLocks xmlns:a="http://schemas.openxmlformats.org/drawingml/2006/main" noGrp="1"/>
          </p:cNvSpPr>
          <p:nvPr/>
        </p:nvSpPr>
        <p:spPr>
          <a:xfrm xmlns:a="http://schemas.openxmlformats.org/drawingml/2006/main" flipH="1" flipV="0">
            <a:off x="3752850" y="3648075"/>
            <a:ext cx="2362200" cy="1419225"/>
          </a:xfrm>
          <a:prstGeom xmlns:a="http://schemas.openxmlformats.org/drawingml/2006/main" prst="line">
            <a:avLst/>
          </a:prstGeom>
          <a:noFill xmlns:a="http://schemas.openxmlformats.org/drawingml/2006/main"/>
          <a:ln xmlns:a="http://schemas.openxmlformats.org/drawingml/2006/main" w="19050">
            <a:solidFill>
              <a:srgbClr val="14866D"/>
            </a:solidFill>
          </a:ln>
        </p:spPr>
      </p:sp>
      <p:sp>
        <p:nvSpPr>
          <p:cNvPr id="29" name="">
            <a:extLst xmlns:a="http://schemas.openxmlformats.org/drawingml/2006/main">
              <a:ext uri="{FF2B5EF4-FFF2-40B4-BE49-F238E27FC236}">
                <a16:creationId xmlns:a16="http://schemas.microsoft.com/office/drawing/2014/main" id="{6C5AD49B-608B-401B-A69C-1FA3E4C508D0}"/>
              </a:ext>
            </a:extLst>
          </p:cNvPr>
          <p:cNvSpPr>
            <a:spLocks xmlns:a="http://schemas.openxmlformats.org/drawingml/2006/main" noGrp="1"/>
          </p:cNvSpPr>
          <p:nvPr/>
        </p:nvSpPr>
        <p:spPr>
          <a:xfrm xmlns:a="http://schemas.openxmlformats.org/drawingml/2006/main">
            <a:off x="3714750" y="5029200"/>
            <a:ext cx="76200" cy="76200"/>
          </a:xfrm>
          <a:prstGeom xmlns:a="http://schemas.openxmlformats.org/drawingml/2006/main" prst="roundRect">
            <a:avLst>
              <a:gd name="adj" fmla="val 50000"/>
            </a:avLst>
          </a:prstGeom>
          <a:solidFill xmlns:a="http://schemas.openxmlformats.org/drawingml/2006/main">
            <a:srgbClr val="14866D"/>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8DA656D-B6E0-4984-B786-467852C8CD87}"/>
              </a:ext>
            </a:extLst>
          </p:cNvPr>
          <p:cNvSpPr>
            <a:spLocks xmlns:a="http://schemas.openxmlformats.org/drawingml/2006/main" noGrp="1"/>
          </p:cNvSpPr>
          <p:nvPr/>
        </p:nvSpPr>
        <p:spPr>
          <a:xfrm xmlns:a="http://schemas.openxmlformats.org/drawingml/2006/main">
            <a:off x="3133725" y="4829175"/>
            <a:ext cx="1257300" cy="47625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9525">
            <a:solidFill>
              <a:srgbClr val="D9DEE5"/>
            </a:solidFill>
          </a:ln>
        </p:spPr>
      </p:sp>
      <p:sp>
        <p:nvSpPr>
          <p:cNvPr id="31" name="">
            <a:extLst xmlns:a="http://schemas.openxmlformats.org/drawingml/2006/main">
              <a:ext uri="{FF2B5EF4-FFF2-40B4-BE49-F238E27FC236}">
                <a16:creationId xmlns:a16="http://schemas.microsoft.com/office/drawing/2014/main" id="{82735981-47E9-4469-B69D-B5CA5346BBFB}"/>
              </a:ext>
            </a:extLst>
          </p:cNvPr>
          <p:cNvSpPr>
            <a:spLocks xmlns:a="http://schemas.openxmlformats.org/drawingml/2006/main" noGrp="1"/>
          </p:cNvSpPr>
          <p:nvPr/>
        </p:nvSpPr>
        <p:spPr>
          <a:xfrm xmlns:a="http://schemas.openxmlformats.org/drawingml/2006/main">
            <a:off x="3181350" y="4895850"/>
            <a:ext cx="1162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75" b="1">
                <a:solidFill>
                  <a:srgbClr val="152338"/>
                </a:solidFill>
                <a:latin typeface="Arial"/>
                <a:ea typeface="Arial"/>
                <a:cs typeface="Arial"/>
              </a:defRPr>
            </a:pPr>
            <a:r>
              <a:rPr sz="975" b="1">
                <a:solidFill>
                  <a:srgbClr val="152338"/>
                </a:solidFill>
                <a:latin typeface="Arial"/>
                <a:ea typeface="Arial"/>
                <a:cs typeface="Arial"/>
              </a:rPr>
              <a:t>SOC-DEMO</a:t>
            </a:r>
          </a:p>
        </p:txBody>
      </p:sp>
      <p:sp>
        <p:nvSpPr>
          <p:cNvPr id="32" name="">
            <a:extLst xmlns:a="http://schemas.openxmlformats.org/drawingml/2006/main">
              <a:ext uri="{FF2B5EF4-FFF2-40B4-BE49-F238E27FC236}">
                <a16:creationId xmlns:a16="http://schemas.microsoft.com/office/drawing/2014/main" id="{0F24E129-4E21-4875-B651-525CF584B125}"/>
              </a:ext>
            </a:extLst>
          </p:cNvPr>
          <p:cNvSpPr>
            <a:spLocks xmlns:a="http://schemas.openxmlformats.org/drawingml/2006/main" noGrp="1"/>
          </p:cNvSpPr>
          <p:nvPr/>
        </p:nvSpPr>
        <p:spPr>
          <a:xfrm xmlns:a="http://schemas.openxmlformats.org/drawingml/2006/main">
            <a:off x="5381625" y="3133725"/>
            <a:ext cx="1466850" cy="1028700"/>
          </a:xfrm>
          <a:prstGeom xmlns:a="http://schemas.openxmlformats.org/drawingml/2006/main" prst="roundRect">
            <a:avLst>
              <a:gd name="adj" fmla="val 40741"/>
            </a:avLst>
          </a:prstGeom>
          <a:solidFill xmlns:a="http://schemas.openxmlformats.org/drawingml/2006/main">
            <a:srgbClr val="15233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D0DE498-F374-463D-AA6E-D8680A9C30D4}"/>
              </a:ext>
            </a:extLst>
          </p:cNvPr>
          <p:cNvSpPr>
            <a:spLocks xmlns:a="http://schemas.openxmlformats.org/drawingml/2006/main" noGrp="1"/>
          </p:cNvSpPr>
          <p:nvPr/>
        </p:nvSpPr>
        <p:spPr>
          <a:xfrm xmlns:a="http://schemas.openxmlformats.org/drawingml/2006/main">
            <a:off x="5476875" y="3495675"/>
            <a:ext cx="1276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联邦中心</a:t>
            </a:r>
          </a:p>
        </p:txBody>
      </p:sp>
      <p:sp>
        <p:nvSpPr>
          <p:cNvPr id="34" name="">
            <a:extLst xmlns:a="http://schemas.openxmlformats.org/drawingml/2006/main">
              <a:ext uri="{FF2B5EF4-FFF2-40B4-BE49-F238E27FC236}">
                <a16:creationId xmlns:a16="http://schemas.microsoft.com/office/drawing/2014/main" id="{34DAB5DB-B6AC-4CE3-BA08-3A583917BB1A}"/>
              </a:ext>
            </a:extLst>
          </p:cNvPr>
          <p:cNvSpPr>
            <a:spLocks xmlns:a="http://schemas.openxmlformats.org/drawingml/2006/main" noGrp="1"/>
          </p:cNvSpPr>
          <p:nvPr/>
        </p:nvSpPr>
        <p:spPr>
          <a:xfrm xmlns:a="http://schemas.openxmlformats.org/drawingml/2006/main">
            <a:off x="5524500" y="2552700"/>
            <a:ext cx="11811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1">
                <a:solidFill>
                  <a:srgbClr val="64748B"/>
                </a:solidFill>
                <a:latin typeface="Arial"/>
                <a:ea typeface="Arial"/>
                <a:cs typeface="Arial"/>
              </a:defRPr>
            </a:pPr>
            <a:r>
              <a:rPr sz="750" b="1">
                <a:solidFill>
                  <a:srgbClr val="64748B"/>
                </a:solidFill>
                <a:latin typeface="Arial"/>
                <a:ea typeface="Arial"/>
                <a:cs typeface="Arial"/>
              </a:rPr>
              <a:t>发现能力</a:t>
            </a:r>
          </a:p>
        </p:txBody>
      </p:sp>
      <p:sp>
        <p:nvSpPr>
          <p:cNvPr id="35" name="">
            <a:extLst xmlns:a="http://schemas.openxmlformats.org/drawingml/2006/main">
              <a:ext uri="{FF2B5EF4-FFF2-40B4-BE49-F238E27FC236}">
                <a16:creationId xmlns:a16="http://schemas.microsoft.com/office/drawing/2014/main" id="{916D24C9-8131-4C63-9D3B-F609D5BE15AD}"/>
              </a:ext>
            </a:extLst>
          </p:cNvPr>
          <p:cNvSpPr>
            <a:spLocks xmlns:a="http://schemas.openxmlformats.org/drawingml/2006/main" noGrp="1"/>
          </p:cNvSpPr>
          <p:nvPr/>
        </p:nvSpPr>
        <p:spPr>
          <a:xfrm xmlns:a="http://schemas.openxmlformats.org/drawingml/2006/main">
            <a:off x="5095875" y="4362450"/>
            <a:ext cx="2038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750" b="1">
                <a:solidFill>
                  <a:srgbClr val="64748B"/>
                </a:solidFill>
                <a:latin typeface="Arial"/>
                <a:ea typeface="Arial"/>
                <a:cs typeface="Arial"/>
              </a:defRPr>
            </a:pPr>
            <a:r>
              <a:rPr sz="750" b="1">
                <a:solidFill>
                  <a:srgbClr val="64748B"/>
                </a:solidFill>
                <a:latin typeface="Arial"/>
                <a:ea typeface="Arial"/>
                <a:cs typeface="Arial"/>
              </a:rPr>
              <a:t>显式授权 · 按引用读取</a:t>
            </a:r>
          </a:p>
        </p:txBody>
      </p:sp>
      <p:sp>
        <p:nvSpPr>
          <p:cNvPr id="36" name="">
            <a:extLst xmlns:a="http://schemas.openxmlformats.org/drawingml/2006/main">
              <a:ext uri="{FF2B5EF4-FFF2-40B4-BE49-F238E27FC236}">
                <a16:creationId xmlns:a16="http://schemas.microsoft.com/office/drawing/2014/main" id="{FE7DCDC1-5769-4FCE-BB65-A596A4CAFE13}"/>
              </a:ext>
            </a:extLst>
          </p:cNvPr>
          <p:cNvSpPr>
            <a:spLocks xmlns:a="http://schemas.openxmlformats.org/drawingml/2006/main" noGrp="1"/>
          </p:cNvSpPr>
          <p:nvPr/>
        </p:nvSpPr>
        <p:spPr>
          <a:xfrm xmlns:a="http://schemas.openxmlformats.org/drawingml/2006/main" flipH="0" flipV="0">
            <a:off x="990600" y="5429250"/>
            <a:ext cx="28575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37" name="">
            <a:extLst xmlns:a="http://schemas.openxmlformats.org/drawingml/2006/main">
              <a:ext uri="{FF2B5EF4-FFF2-40B4-BE49-F238E27FC236}">
                <a16:creationId xmlns:a16="http://schemas.microsoft.com/office/drawing/2014/main" id="{85D77E7A-3DFB-4950-A111-5D5F3092A375}"/>
              </a:ext>
            </a:extLst>
          </p:cNvPr>
          <p:cNvSpPr>
            <a:spLocks xmlns:a="http://schemas.openxmlformats.org/drawingml/2006/main" noGrp="1"/>
          </p:cNvSpPr>
          <p:nvPr/>
        </p:nvSpPr>
        <p:spPr>
          <a:xfrm xmlns:a="http://schemas.openxmlformats.org/drawingml/2006/main">
            <a:off x="990600" y="54959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325" b="1">
                <a:solidFill>
                  <a:srgbClr val="315EF6"/>
                </a:solidFill>
                <a:latin typeface="Arial"/>
                <a:ea typeface="Arial"/>
                <a:cs typeface="Arial"/>
              </a:defRPr>
            </a:pPr>
            <a:r>
              <a:rPr sz="2325" b="1">
                <a:solidFill>
                  <a:srgbClr val="315EF6"/>
                </a:solidFill>
                <a:latin typeface="Arial"/>
                <a:ea typeface="Arial"/>
                <a:cs typeface="Arial"/>
              </a:rPr>
              <a:t>23</a:t>
            </a:r>
          </a:p>
        </p:txBody>
      </p:sp>
      <p:sp>
        <p:nvSpPr>
          <p:cNvPr id="38" name="">
            <a:extLst xmlns:a="http://schemas.openxmlformats.org/drawingml/2006/main">
              <a:ext uri="{FF2B5EF4-FFF2-40B4-BE49-F238E27FC236}">
                <a16:creationId xmlns:a16="http://schemas.microsoft.com/office/drawing/2014/main" id="{ED09FD93-97CD-4D63-A41E-5CA36AB9592E}"/>
              </a:ext>
            </a:extLst>
          </p:cNvPr>
          <p:cNvSpPr>
            <a:spLocks xmlns:a="http://schemas.openxmlformats.org/drawingml/2006/main" noGrp="1"/>
          </p:cNvSpPr>
          <p:nvPr/>
        </p:nvSpPr>
        <p:spPr>
          <a:xfrm xmlns:a="http://schemas.openxmlformats.org/drawingml/2006/main">
            <a:off x="2124075" y="5562600"/>
            <a:ext cx="16859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已注册成员</a:t>
            </a:r>
          </a:p>
        </p:txBody>
      </p:sp>
      <p:sp>
        <p:nvSpPr>
          <p:cNvPr id="39" name="">
            <a:extLst xmlns:a="http://schemas.openxmlformats.org/drawingml/2006/main">
              <a:ext uri="{FF2B5EF4-FFF2-40B4-BE49-F238E27FC236}">
                <a16:creationId xmlns:a16="http://schemas.microsoft.com/office/drawing/2014/main" id="{7DB11ADA-8730-42D6-A16D-C2D9504D5E6E}"/>
              </a:ext>
            </a:extLst>
          </p:cNvPr>
          <p:cNvSpPr>
            <a:spLocks xmlns:a="http://schemas.openxmlformats.org/drawingml/2006/main" noGrp="1"/>
          </p:cNvSpPr>
          <p:nvPr/>
        </p:nvSpPr>
        <p:spPr>
          <a:xfrm xmlns:a="http://schemas.openxmlformats.org/drawingml/2006/main" flipH="0" flipV="0">
            <a:off x="4514850" y="5429250"/>
            <a:ext cx="28575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40" name="">
            <a:extLst xmlns:a="http://schemas.openxmlformats.org/drawingml/2006/main">
              <a:ext uri="{FF2B5EF4-FFF2-40B4-BE49-F238E27FC236}">
                <a16:creationId xmlns:a16="http://schemas.microsoft.com/office/drawing/2014/main" id="{2D871E09-123A-4BD3-AD63-8A5D2127814A}"/>
              </a:ext>
            </a:extLst>
          </p:cNvPr>
          <p:cNvSpPr>
            <a:spLocks xmlns:a="http://schemas.openxmlformats.org/drawingml/2006/main" noGrp="1"/>
          </p:cNvSpPr>
          <p:nvPr/>
        </p:nvSpPr>
        <p:spPr>
          <a:xfrm xmlns:a="http://schemas.openxmlformats.org/drawingml/2006/main">
            <a:off x="4514850" y="54959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325" b="1">
                <a:solidFill>
                  <a:srgbClr val="14866D"/>
                </a:solidFill>
                <a:latin typeface="Arial"/>
                <a:ea typeface="Arial"/>
                <a:cs typeface="Arial"/>
              </a:defRPr>
            </a:pPr>
            <a:r>
              <a:rPr sz="2325" b="1">
                <a:solidFill>
                  <a:srgbClr val="14866D"/>
                </a:solidFill>
                <a:latin typeface="Arial"/>
                <a:ea typeface="Arial"/>
                <a:cs typeface="Arial"/>
              </a:rPr>
              <a:t>45</a:t>
            </a:r>
          </a:p>
        </p:txBody>
      </p:sp>
      <p:sp>
        <p:nvSpPr>
          <p:cNvPr id="41" name="">
            <a:extLst xmlns:a="http://schemas.openxmlformats.org/drawingml/2006/main">
              <a:ext uri="{FF2B5EF4-FFF2-40B4-BE49-F238E27FC236}">
                <a16:creationId xmlns:a16="http://schemas.microsoft.com/office/drawing/2014/main" id="{19AD0BD3-9EB5-427A-B856-5FC9446F28BC}"/>
              </a:ext>
            </a:extLst>
          </p:cNvPr>
          <p:cNvSpPr>
            <a:spLocks xmlns:a="http://schemas.openxmlformats.org/drawingml/2006/main" noGrp="1"/>
          </p:cNvSpPr>
          <p:nvPr/>
        </p:nvSpPr>
        <p:spPr>
          <a:xfrm xmlns:a="http://schemas.openxmlformats.org/drawingml/2006/main">
            <a:off x="5648325" y="5562600"/>
            <a:ext cx="16859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已授权关系</a:t>
            </a:r>
          </a:p>
        </p:txBody>
      </p:sp>
      <p:sp>
        <p:nvSpPr>
          <p:cNvPr id="42" name="">
            <a:extLst xmlns:a="http://schemas.openxmlformats.org/drawingml/2006/main">
              <a:ext uri="{FF2B5EF4-FFF2-40B4-BE49-F238E27FC236}">
                <a16:creationId xmlns:a16="http://schemas.microsoft.com/office/drawing/2014/main" id="{155895C1-F468-4314-B5E8-858DF13CE369}"/>
              </a:ext>
            </a:extLst>
          </p:cNvPr>
          <p:cNvSpPr>
            <a:spLocks xmlns:a="http://schemas.openxmlformats.org/drawingml/2006/main" noGrp="1"/>
          </p:cNvSpPr>
          <p:nvPr/>
        </p:nvSpPr>
        <p:spPr>
          <a:xfrm xmlns:a="http://schemas.openxmlformats.org/drawingml/2006/main" flipH="0" flipV="0">
            <a:off x="8039100" y="5429250"/>
            <a:ext cx="28575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43" name="">
            <a:extLst xmlns:a="http://schemas.openxmlformats.org/drawingml/2006/main">
              <a:ext uri="{FF2B5EF4-FFF2-40B4-BE49-F238E27FC236}">
                <a16:creationId xmlns:a16="http://schemas.microsoft.com/office/drawing/2014/main" id="{DD9E1C8A-69CF-4FB7-9243-0B5132773252}"/>
              </a:ext>
            </a:extLst>
          </p:cNvPr>
          <p:cNvSpPr>
            <a:spLocks xmlns:a="http://schemas.openxmlformats.org/drawingml/2006/main" noGrp="1"/>
          </p:cNvSpPr>
          <p:nvPr/>
        </p:nvSpPr>
        <p:spPr>
          <a:xfrm xmlns:a="http://schemas.openxmlformats.org/drawingml/2006/main">
            <a:off x="8039100" y="5495925"/>
            <a:ext cx="106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55092"/>
          </a:bodyPr>
          <a:lstStyle xmlns:a="http://schemas.openxmlformats.org/drawingml/2006/main"/>
          <a:p xmlns:a="http://schemas.openxmlformats.org/drawingml/2006/main">
            <a:pPr algn="l">
              <a:defRPr sz="2325" b="1">
                <a:solidFill>
                  <a:srgbClr val="C65D32"/>
                </a:solidFill>
                <a:latin typeface="Arial"/>
                <a:ea typeface="Arial"/>
                <a:cs typeface="Arial"/>
              </a:defRPr>
            </a:pPr>
            <a:r>
              <a:rPr sz="2325" b="1">
                <a:solidFill>
                  <a:srgbClr val="C65D32"/>
                </a:solidFill>
                <a:latin typeface="Arial"/>
                <a:ea typeface="Arial"/>
                <a:cs typeface="Arial"/>
              </a:rPr>
              <a:t>soc-demo 实读 386 元素</a:t>
            </a:r>
          </a:p>
        </p:txBody>
      </p:sp>
      <p:sp>
        <p:nvSpPr>
          <p:cNvPr id="44" name="">
            <a:extLst xmlns:a="http://schemas.openxmlformats.org/drawingml/2006/main">
              <a:ext uri="{FF2B5EF4-FFF2-40B4-BE49-F238E27FC236}">
                <a16:creationId xmlns:a16="http://schemas.microsoft.com/office/drawing/2014/main" id="{4580895E-090E-42C1-90F2-66B4DD3E0E16}"/>
              </a:ext>
            </a:extLst>
          </p:cNvPr>
          <p:cNvSpPr>
            <a:spLocks xmlns:a="http://schemas.openxmlformats.org/drawingml/2006/main" noGrp="1"/>
          </p:cNvSpPr>
          <p:nvPr/>
        </p:nvSpPr>
        <p:spPr>
          <a:xfrm xmlns:a="http://schemas.openxmlformats.org/drawingml/2006/main">
            <a:off x="9172575" y="5562600"/>
            <a:ext cx="16859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152338"/>
                </a:solidFill>
                <a:latin typeface="Arial"/>
                <a:ea typeface="Arial"/>
                <a:cs typeface="Arial"/>
              </a:defRPr>
            </a:pPr>
            <a:r>
              <a:rPr sz="975" b="1">
                <a:solidFill>
                  <a:srgbClr val="152338"/>
                </a:solidFill>
                <a:latin typeface="Arial"/>
                <a:ea typeface="Arial"/>
                <a:cs typeface="Arial"/>
              </a:rPr>
              <a:t>跨项目读</a:t>
            </a:r>
          </a:p>
        </p:txBody>
      </p:sp>
      <p:sp>
        <p:nvSpPr>
          <p:cNvPr id="45" name="">
            <a:extLst xmlns:a="http://schemas.openxmlformats.org/drawingml/2006/main">
              <a:ext uri="{FF2B5EF4-FFF2-40B4-BE49-F238E27FC236}">
                <a16:creationId xmlns:a16="http://schemas.microsoft.com/office/drawing/2014/main" id="{8009BAB4-BAF8-442A-AB51-C6BC46C4A22C}"/>
              </a:ext>
            </a:extLst>
          </p:cNvPr>
          <p:cNvSpPr>
            <a:spLocks xmlns:a="http://schemas.openxmlformats.org/drawingml/2006/main" noGrp="1"/>
          </p:cNvSpPr>
          <p:nvPr/>
        </p:nvSpPr>
        <p:spPr>
          <a:xfrm xmlns:a="http://schemas.openxmlformats.org/drawingml/2006/main">
            <a:off x="2686050" y="6048375"/>
            <a:ext cx="6819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1050" b="1">
                <a:solidFill>
                  <a:srgbClr val="152338"/>
                </a:solidFill>
                <a:latin typeface="Arial"/>
                <a:ea typeface="Arial"/>
                <a:cs typeface="Arial"/>
              </a:defRPr>
            </a:pPr>
            <a:r>
              <a:rPr sz="1050" b="1">
                <a:solidFill>
                  <a:srgbClr val="152338"/>
                </a:solidFill>
                <a:latin typeface="Arial"/>
                <a:ea typeface="Arial"/>
                <a:cs typeface="Arial"/>
              </a:rPr>
              <a:t>领域专业维护  ·  MCP 基础治理  ·  中心统一授权  ·  不合并主权图</a:t>
            </a:r>
          </a:p>
        </p:txBody>
      </p:sp>
    </p:spTree>
    <p:extLst>
      <p:ext uri="{BB962C8B-B14F-4D97-AF65-F5344CB8AC3E}">
        <p14:creationId xmlns:p14="http://schemas.microsoft.com/office/powerpoint/2010/main" val="1842086546"/>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4" name="">
            <a:extLst xmlns:a="http://schemas.openxmlformats.org/drawingml/2006/main">
              <a:ext uri="{FF2B5EF4-FFF2-40B4-BE49-F238E27FC236}">
                <a16:creationId xmlns:a16="http://schemas.microsoft.com/office/drawing/2014/main" id="{966ACE10-C3A5-449E-814C-4B3156C50F19}"/>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附录 A · 指标明细</a:t>
            </a:r>
          </a:p>
        </p:txBody>
      </p:sp>
      <p:sp>
        <p:nvSpPr>
          <p:cNvPr id="2" name="">
            <a:extLst xmlns:a="http://schemas.openxmlformats.org/drawingml/2006/main">
              <a:ext uri="{FF2B5EF4-FFF2-40B4-BE49-F238E27FC236}">
                <a16:creationId xmlns:a16="http://schemas.microsoft.com/office/drawing/2014/main" id="{E7D0DDE5-28EA-444A-916F-6D70450C99CE}"/>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20 项指标：状态映射、现有证据与下一步</a:t>
            </a:r>
          </a:p>
        </p:txBody>
      </p:sp>
      <p:sp>
        <p:nvSpPr>
          <p:cNvPr id="3" name="">
            <a:extLst xmlns:a="http://schemas.openxmlformats.org/drawingml/2006/main">
              <a:ext uri="{FF2B5EF4-FFF2-40B4-BE49-F238E27FC236}">
                <a16:creationId xmlns:a16="http://schemas.microsoft.com/office/drawing/2014/main" id="{C75E2E7D-3D77-4F0D-9E87-3106FAA0F14B}"/>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完整口径以图谱 aos-as-* 的 measurement-status / measurement-result 为准</a:t>
            </a:r>
          </a:p>
        </p:txBody>
      </p:sp>
      <p:sp>
        <p:nvSpPr>
          <p:cNvPr id="4" name="">
            <a:extLst xmlns:a="http://schemas.openxmlformats.org/drawingml/2006/main">
              <a:ext uri="{FF2B5EF4-FFF2-40B4-BE49-F238E27FC236}">
                <a16:creationId xmlns:a16="http://schemas.microsoft.com/office/drawing/2014/main" id="{2988989B-2E9A-4C28-8939-A0CA054CA762}"/>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A334C673-23B0-498D-9C10-BC20BC8F9906}"/>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08</a:t>
            </a:r>
          </a:p>
        </p:txBody>
      </p:sp>
      <p:sp>
        <p:nvSpPr>
          <p:cNvPr id="6" name="">
            <a:extLst xmlns:a="http://schemas.openxmlformats.org/drawingml/2006/main">
              <a:ext uri="{FF2B5EF4-FFF2-40B4-BE49-F238E27FC236}">
                <a16:creationId xmlns:a16="http://schemas.microsoft.com/office/drawing/2014/main" id="{3B7BA006-06EA-4A12-A982-82E0C114106E}"/>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r">
              <a:defRPr sz="675" b="0">
                <a:solidFill>
                  <a:srgbClr val="64748B"/>
                </a:solidFill>
                <a:latin typeface="Arial"/>
                <a:ea typeface="Arial"/>
                <a:cs typeface="Arial"/>
              </a:defRPr>
            </a:pPr>
            <a:r>
              <a:rPr sz="675" b="0">
                <a:solidFill>
                  <a:srgbClr val="64748B"/>
                </a:solidFill>
                <a:latin typeface="Arial"/>
                <a:ea typeface="Arial"/>
                <a:cs typeface="Arial"/>
              </a:rPr>
              <a:t>aos-as-* measurement-* 属性即本页数据源</a:t>
            </a:r>
          </a:p>
        </p:txBody>
      </p:sp>
      <p:sp>
        <p:nvSpPr>
          <p:cNvPr id="7" name="">
            <a:extLst xmlns:a="http://schemas.openxmlformats.org/drawingml/2006/main">
              <a:ext uri="{FF2B5EF4-FFF2-40B4-BE49-F238E27FC236}">
                <a16:creationId xmlns:a16="http://schemas.microsoft.com/office/drawing/2014/main" id="{F3EE4962-45E5-4FC0-AA89-A1D2EABEB60F}"/>
              </a:ext>
            </a:extLst>
          </p:cNvPr>
          <p:cNvSpPr>
            <a:spLocks xmlns:a="http://schemas.openxmlformats.org/drawingml/2006/main" noGrp="1"/>
          </p:cNvSpPr>
          <p:nvPr/>
        </p:nvSpPr>
        <p:spPr>
          <a:xfrm xmlns:a="http://schemas.openxmlformats.org/drawingml/2006/main">
            <a:off x="619125" y="1838325"/>
            <a:ext cx="5286375" cy="276225"/>
          </a:xfrm>
          <a:prstGeom xmlns:a="http://schemas.openxmlformats.org/drawingml/2006/main" prst="rect">
            <a:avLst/>
          </a:prstGeom>
          <a:solidFill xmlns:a="http://schemas.openxmlformats.org/drawingml/2006/main">
            <a:srgbClr val="15233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45FE7D-D569-46FA-9A5F-3B90D45EB7B3}"/>
              </a:ext>
            </a:extLst>
          </p:cNvPr>
          <p:cNvSpPr>
            <a:spLocks xmlns:a="http://schemas.openxmlformats.org/drawingml/2006/main" noGrp="1"/>
          </p:cNvSpPr>
          <p:nvPr/>
        </p:nvSpPr>
        <p:spPr>
          <a:xfrm xmlns:a="http://schemas.openxmlformats.org/drawingml/2006/main">
            <a:off x="695325" y="1866900"/>
            <a:ext cx="2343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FFFFFF"/>
                </a:solidFill>
                <a:latin typeface="Arial"/>
                <a:ea typeface="Arial"/>
                <a:cs typeface="Arial"/>
              </a:defRPr>
            </a:pPr>
            <a:r>
              <a:rPr sz="750" b="1">
                <a:solidFill>
                  <a:srgbClr val="FFFFFF"/>
                </a:solidFill>
                <a:latin typeface="Arial"/>
                <a:ea typeface="Arial"/>
                <a:cs typeface="Arial"/>
              </a:rPr>
              <a:t>#  指标 / 流程状态</a:t>
            </a:r>
          </a:p>
        </p:txBody>
      </p:sp>
      <p:sp>
        <p:nvSpPr>
          <p:cNvPr id="9" name="">
            <a:extLst xmlns:a="http://schemas.openxmlformats.org/drawingml/2006/main">
              <a:ext uri="{FF2B5EF4-FFF2-40B4-BE49-F238E27FC236}">
                <a16:creationId xmlns:a16="http://schemas.microsoft.com/office/drawing/2014/main" id="{B97844C1-AF60-44EB-A912-422C42A62C28}"/>
              </a:ext>
            </a:extLst>
          </p:cNvPr>
          <p:cNvSpPr>
            <a:spLocks xmlns:a="http://schemas.openxmlformats.org/drawingml/2006/main" noGrp="1"/>
          </p:cNvSpPr>
          <p:nvPr/>
        </p:nvSpPr>
        <p:spPr>
          <a:xfrm xmlns:a="http://schemas.openxmlformats.org/drawingml/2006/main">
            <a:off x="3095625" y="1866900"/>
            <a:ext cx="2724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FFFFFF"/>
                </a:solidFill>
                <a:latin typeface="Arial"/>
                <a:ea typeface="Arial"/>
                <a:cs typeface="Arial"/>
              </a:defRPr>
            </a:pPr>
            <a:r>
              <a:rPr sz="750" b="1">
                <a:solidFill>
                  <a:srgbClr val="FFFFFF"/>
                </a:solidFill>
                <a:latin typeface="Arial"/>
                <a:ea typeface="Arial"/>
                <a:cs typeface="Arial"/>
              </a:rPr>
              <a:t>现有结果</a:t>
            </a:r>
          </a:p>
        </p:txBody>
      </p:sp>
      <p:sp>
        <p:nvSpPr>
          <p:cNvPr id="10" name="">
            <a:extLst xmlns:a="http://schemas.openxmlformats.org/drawingml/2006/main">
              <a:ext uri="{FF2B5EF4-FFF2-40B4-BE49-F238E27FC236}">
                <a16:creationId xmlns:a16="http://schemas.microsoft.com/office/drawing/2014/main" id="{5C6ABD21-E749-41EC-BEB7-F2F5CDB1844A}"/>
              </a:ext>
            </a:extLst>
          </p:cNvPr>
          <p:cNvSpPr>
            <a:spLocks xmlns:a="http://schemas.openxmlformats.org/drawingml/2006/main" noGrp="1"/>
          </p:cNvSpPr>
          <p:nvPr/>
        </p:nvSpPr>
        <p:spPr>
          <a:xfrm xmlns:a="http://schemas.openxmlformats.org/drawingml/2006/main">
            <a:off x="619125" y="2152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6456791-71E7-4AF3-B1F5-B8BA500152F1}"/>
              </a:ext>
            </a:extLst>
          </p:cNvPr>
          <p:cNvSpPr>
            <a:spLocks xmlns:a="http://schemas.openxmlformats.org/drawingml/2006/main" noGrp="1"/>
          </p:cNvSpPr>
          <p:nvPr/>
        </p:nvSpPr>
        <p:spPr>
          <a:xfrm xmlns:a="http://schemas.openxmlformats.org/drawingml/2006/main">
            <a:off x="676275" y="2181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11E78540-ED46-4473-92C2-2D4B3DF2A035}"/>
              </a:ext>
            </a:extLst>
          </p:cNvPr>
          <p:cNvSpPr>
            <a:spLocks xmlns:a="http://schemas.openxmlformats.org/drawingml/2006/main" noGrp="1"/>
          </p:cNvSpPr>
          <p:nvPr/>
        </p:nvSpPr>
        <p:spPr>
          <a:xfrm xmlns:a="http://schemas.openxmlformats.org/drawingml/2006/main">
            <a:off x="942975" y="2162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空闲时长</a:t>
            </a:r>
          </a:p>
        </p:txBody>
      </p:sp>
      <p:sp>
        <p:nvSpPr>
          <p:cNvPr id="13" name="">
            <a:extLst xmlns:a="http://schemas.openxmlformats.org/drawingml/2006/main">
              <a:ext uri="{FF2B5EF4-FFF2-40B4-BE49-F238E27FC236}">
                <a16:creationId xmlns:a16="http://schemas.microsoft.com/office/drawing/2014/main" id="{95C2D767-BD5B-47D1-9A5A-60B224641D5E}"/>
              </a:ext>
            </a:extLst>
          </p:cNvPr>
          <p:cNvSpPr>
            <a:spLocks xmlns:a="http://schemas.openxmlformats.org/drawingml/2006/main" noGrp="1"/>
          </p:cNvSpPr>
          <p:nvPr/>
        </p:nvSpPr>
        <p:spPr>
          <a:xfrm xmlns:a="http://schemas.openxmlformats.org/drawingml/2006/main">
            <a:off x="942975" y="2343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状态级</a:t>
            </a:r>
          </a:p>
        </p:txBody>
      </p:sp>
      <p:sp>
        <p:nvSpPr>
          <p:cNvPr id="14" name="">
            <a:extLst xmlns:a="http://schemas.openxmlformats.org/drawingml/2006/main">
              <a:ext uri="{FF2B5EF4-FFF2-40B4-BE49-F238E27FC236}">
                <a16:creationId xmlns:a16="http://schemas.microsoft.com/office/drawing/2014/main" id="{DEADDD6E-580A-4175-9CEE-1713846460FB}"/>
              </a:ext>
            </a:extLst>
          </p:cNvPr>
          <p:cNvSpPr>
            <a:spLocks xmlns:a="http://schemas.openxmlformats.org/drawingml/2006/main" noGrp="1"/>
          </p:cNvSpPr>
          <p:nvPr/>
        </p:nvSpPr>
        <p:spPr>
          <a:xfrm xmlns:a="http://schemas.openxmlformats.org/drawingml/2006/main">
            <a:off x="3095625" y="2181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尚未采集</a:t>
            </a:r>
          </a:p>
        </p:txBody>
      </p:sp>
      <p:sp>
        <p:nvSpPr>
          <p:cNvPr id="15" name="">
            <a:extLst xmlns:a="http://schemas.openxmlformats.org/drawingml/2006/main">
              <a:ext uri="{FF2B5EF4-FFF2-40B4-BE49-F238E27FC236}">
                <a16:creationId xmlns:a16="http://schemas.microsoft.com/office/drawing/2014/main" id="{C6CE48D4-5E67-4C77-8D5E-73F8352BD7BC}"/>
              </a:ext>
            </a:extLst>
          </p:cNvPr>
          <p:cNvSpPr>
            <a:spLocks xmlns:a="http://schemas.openxmlformats.org/drawingml/2006/main" noGrp="1"/>
          </p:cNvSpPr>
          <p:nvPr/>
        </p:nvSpPr>
        <p:spPr>
          <a:xfrm xmlns:a="http://schemas.openxmlformats.org/drawingml/2006/main" flipH="0" flipV="0">
            <a:off x="619125" y="2524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6" name="">
            <a:extLst xmlns:a="http://schemas.openxmlformats.org/drawingml/2006/main">
              <a:ext uri="{FF2B5EF4-FFF2-40B4-BE49-F238E27FC236}">
                <a16:creationId xmlns:a16="http://schemas.microsoft.com/office/drawing/2014/main" id="{85D4D369-1E11-424E-8E07-C90980CDF88C}"/>
              </a:ext>
            </a:extLst>
          </p:cNvPr>
          <p:cNvSpPr>
            <a:spLocks xmlns:a="http://schemas.openxmlformats.org/drawingml/2006/main" noGrp="1"/>
          </p:cNvSpPr>
          <p:nvPr/>
        </p:nvSpPr>
        <p:spPr>
          <a:xfrm xmlns:a="http://schemas.openxmlformats.org/drawingml/2006/main">
            <a:off x="676275" y="2562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E80B1B9D-9FBC-4660-B144-E0A0FF9F388D}"/>
              </a:ext>
            </a:extLst>
          </p:cNvPr>
          <p:cNvSpPr>
            <a:spLocks xmlns:a="http://schemas.openxmlformats.org/drawingml/2006/main" noGrp="1"/>
          </p:cNvSpPr>
          <p:nvPr/>
        </p:nvSpPr>
        <p:spPr>
          <a:xfrm xmlns:a="http://schemas.openxmlformats.org/drawingml/2006/main">
            <a:off x="942975" y="2543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请示频率与回环</a:t>
            </a:r>
          </a:p>
        </p:txBody>
      </p:sp>
      <p:sp>
        <p:nvSpPr>
          <p:cNvPr id="18" name="">
            <a:extLst xmlns:a="http://schemas.openxmlformats.org/drawingml/2006/main">
              <a:ext uri="{FF2B5EF4-FFF2-40B4-BE49-F238E27FC236}">
                <a16:creationId xmlns:a16="http://schemas.microsoft.com/office/drawing/2014/main" id="{A2CDB6DE-A068-4F68-98B8-594BD57DC2AF}"/>
              </a:ext>
            </a:extLst>
          </p:cNvPr>
          <p:cNvSpPr>
            <a:spLocks xmlns:a="http://schemas.openxmlformats.org/drawingml/2006/main" noGrp="1"/>
          </p:cNvSpPr>
          <p:nvPr/>
        </p:nvSpPr>
        <p:spPr>
          <a:xfrm xmlns:a="http://schemas.openxmlformats.org/drawingml/2006/main">
            <a:off x="942975" y="2724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状态级</a:t>
            </a:r>
          </a:p>
        </p:txBody>
      </p:sp>
      <p:sp>
        <p:nvSpPr>
          <p:cNvPr id="19" name="">
            <a:extLst xmlns:a="http://schemas.openxmlformats.org/drawingml/2006/main">
              <a:ext uri="{FF2B5EF4-FFF2-40B4-BE49-F238E27FC236}">
                <a16:creationId xmlns:a16="http://schemas.microsoft.com/office/drawing/2014/main" id="{188F8C3D-5F9C-4630-9F24-2BFF986FF8F4}"/>
              </a:ext>
            </a:extLst>
          </p:cNvPr>
          <p:cNvSpPr>
            <a:spLocks xmlns:a="http://schemas.openxmlformats.org/drawingml/2006/main" noGrp="1"/>
          </p:cNvSpPr>
          <p:nvPr/>
        </p:nvSpPr>
        <p:spPr>
          <a:xfrm xmlns:a="http://schemas.openxmlformats.org/drawingml/2006/main">
            <a:off x="3095625" y="2562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尚未采集</a:t>
            </a:r>
          </a:p>
        </p:txBody>
      </p:sp>
      <p:sp>
        <p:nvSpPr>
          <p:cNvPr id="20" name="">
            <a:extLst xmlns:a="http://schemas.openxmlformats.org/drawingml/2006/main">
              <a:ext uri="{FF2B5EF4-FFF2-40B4-BE49-F238E27FC236}">
                <a16:creationId xmlns:a16="http://schemas.microsoft.com/office/drawing/2014/main" id="{3FFFB7E0-2BDD-4362-8BCF-7D2C56EC4905}"/>
              </a:ext>
            </a:extLst>
          </p:cNvPr>
          <p:cNvSpPr>
            <a:spLocks xmlns:a="http://schemas.openxmlformats.org/drawingml/2006/main" noGrp="1"/>
          </p:cNvSpPr>
          <p:nvPr/>
        </p:nvSpPr>
        <p:spPr>
          <a:xfrm xmlns:a="http://schemas.openxmlformats.org/drawingml/2006/main" flipH="0" flipV="0">
            <a:off x="619125" y="2905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21" name="">
            <a:extLst xmlns:a="http://schemas.openxmlformats.org/drawingml/2006/main">
              <a:ext uri="{FF2B5EF4-FFF2-40B4-BE49-F238E27FC236}">
                <a16:creationId xmlns:a16="http://schemas.microsoft.com/office/drawing/2014/main" id="{EA70AD40-B486-46A0-8B23-088B53163479}"/>
              </a:ext>
            </a:extLst>
          </p:cNvPr>
          <p:cNvSpPr>
            <a:spLocks xmlns:a="http://schemas.openxmlformats.org/drawingml/2006/main" noGrp="1"/>
          </p:cNvSpPr>
          <p:nvPr/>
        </p:nvSpPr>
        <p:spPr>
          <a:xfrm xmlns:a="http://schemas.openxmlformats.org/drawingml/2006/main">
            <a:off x="619125" y="2914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B93B7C3-C377-4C88-8F85-44DD45A7EB61}"/>
              </a:ext>
            </a:extLst>
          </p:cNvPr>
          <p:cNvSpPr>
            <a:spLocks xmlns:a="http://schemas.openxmlformats.org/drawingml/2006/main" noGrp="1"/>
          </p:cNvSpPr>
          <p:nvPr/>
        </p:nvSpPr>
        <p:spPr>
          <a:xfrm xmlns:a="http://schemas.openxmlformats.org/drawingml/2006/main">
            <a:off x="676275" y="2943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0EA14B06-5557-4A57-83F8-7267C82D2051}"/>
              </a:ext>
            </a:extLst>
          </p:cNvPr>
          <p:cNvSpPr>
            <a:spLocks xmlns:a="http://schemas.openxmlformats.org/drawingml/2006/main" noGrp="1"/>
          </p:cNvSpPr>
          <p:nvPr/>
        </p:nvSpPr>
        <p:spPr>
          <a:xfrm xmlns:a="http://schemas.openxmlformats.org/drawingml/2006/main">
            <a:off x="942975" y="2924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计划正确率</a:t>
            </a:r>
          </a:p>
        </p:txBody>
      </p:sp>
      <p:sp>
        <p:nvSpPr>
          <p:cNvPr id="24" name="">
            <a:extLst xmlns:a="http://schemas.openxmlformats.org/drawingml/2006/main">
              <a:ext uri="{FF2B5EF4-FFF2-40B4-BE49-F238E27FC236}">
                <a16:creationId xmlns:a16="http://schemas.microsoft.com/office/drawing/2014/main" id="{85044E74-CF7E-40CF-BA1A-52022114AC5A}"/>
              </a:ext>
            </a:extLst>
          </p:cNvPr>
          <p:cNvSpPr>
            <a:spLocks xmlns:a="http://schemas.openxmlformats.org/drawingml/2006/main" noGrp="1"/>
          </p:cNvSpPr>
          <p:nvPr/>
        </p:nvSpPr>
        <p:spPr>
          <a:xfrm xmlns:a="http://schemas.openxmlformats.org/drawingml/2006/main">
            <a:off x="942975" y="3105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C65D32"/>
                </a:solidFill>
                <a:latin typeface="Arial"/>
                <a:ea typeface="Arial"/>
                <a:cs typeface="Arial"/>
              </a:defRPr>
            </a:pPr>
            <a:r>
              <a:rPr sz="600" b="1">
                <a:solidFill>
                  <a:srgbClr val="C65D32"/>
                </a:solidFill>
                <a:latin typeface="Arial"/>
                <a:ea typeface="Arial"/>
                <a:cs typeface="Arial"/>
              </a:rPr>
              <a:t>部分 · 执行</a:t>
            </a:r>
          </a:p>
        </p:txBody>
      </p:sp>
      <p:sp>
        <p:nvSpPr>
          <p:cNvPr id="25" name="">
            <a:extLst xmlns:a="http://schemas.openxmlformats.org/drawingml/2006/main">
              <a:ext uri="{FF2B5EF4-FFF2-40B4-BE49-F238E27FC236}">
                <a16:creationId xmlns:a16="http://schemas.microsoft.com/office/drawing/2014/main" id="{3F5ECCD7-A374-4C37-BEFC-6F4B98C21C20}"/>
              </a:ext>
            </a:extLst>
          </p:cNvPr>
          <p:cNvSpPr>
            <a:spLocks xmlns:a="http://schemas.openxmlformats.org/drawingml/2006/main" noGrp="1"/>
          </p:cNvSpPr>
          <p:nvPr/>
        </p:nvSpPr>
        <p:spPr>
          <a:xfrm xmlns:a="http://schemas.openxmlformats.org/drawingml/2006/main">
            <a:off x="3095625" y="2943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navigation 20/20（代理）</a:t>
            </a:r>
          </a:p>
        </p:txBody>
      </p:sp>
      <p:sp>
        <p:nvSpPr>
          <p:cNvPr id="26" name="">
            <a:extLst xmlns:a="http://schemas.openxmlformats.org/drawingml/2006/main">
              <a:ext uri="{FF2B5EF4-FFF2-40B4-BE49-F238E27FC236}">
                <a16:creationId xmlns:a16="http://schemas.microsoft.com/office/drawing/2014/main" id="{5754BD71-BCBC-4746-AF06-B5D5D512B433}"/>
              </a:ext>
            </a:extLst>
          </p:cNvPr>
          <p:cNvSpPr>
            <a:spLocks xmlns:a="http://schemas.openxmlformats.org/drawingml/2006/main" noGrp="1"/>
          </p:cNvSpPr>
          <p:nvPr/>
        </p:nvSpPr>
        <p:spPr>
          <a:xfrm xmlns:a="http://schemas.openxmlformats.org/drawingml/2006/main" flipH="0" flipV="0">
            <a:off x="619125" y="3286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27" name="">
            <a:extLst xmlns:a="http://schemas.openxmlformats.org/drawingml/2006/main">
              <a:ext uri="{FF2B5EF4-FFF2-40B4-BE49-F238E27FC236}">
                <a16:creationId xmlns:a16="http://schemas.microsoft.com/office/drawing/2014/main" id="{2BC5FF43-12A1-4E2B-A4B4-E81C3295FB26}"/>
              </a:ext>
            </a:extLst>
          </p:cNvPr>
          <p:cNvSpPr>
            <a:spLocks xmlns:a="http://schemas.openxmlformats.org/drawingml/2006/main" noGrp="1"/>
          </p:cNvSpPr>
          <p:nvPr/>
        </p:nvSpPr>
        <p:spPr>
          <a:xfrm xmlns:a="http://schemas.openxmlformats.org/drawingml/2006/main">
            <a:off x="676275" y="3324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04</a:t>
            </a:r>
          </a:p>
        </p:txBody>
      </p:sp>
      <p:sp>
        <p:nvSpPr>
          <p:cNvPr id="28" name="">
            <a:extLst xmlns:a="http://schemas.openxmlformats.org/drawingml/2006/main">
              <a:ext uri="{FF2B5EF4-FFF2-40B4-BE49-F238E27FC236}">
                <a16:creationId xmlns:a16="http://schemas.microsoft.com/office/drawing/2014/main" id="{D3BBF85D-4CCF-4E53-BCBD-954613F1A224}"/>
              </a:ext>
            </a:extLst>
          </p:cNvPr>
          <p:cNvSpPr>
            <a:spLocks xmlns:a="http://schemas.openxmlformats.org/drawingml/2006/main" noGrp="1"/>
          </p:cNvSpPr>
          <p:nvPr/>
        </p:nvSpPr>
        <p:spPr>
          <a:xfrm xmlns:a="http://schemas.openxmlformats.org/drawingml/2006/main">
            <a:off x="942975" y="3305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检索召回与排序</a:t>
            </a:r>
          </a:p>
        </p:txBody>
      </p:sp>
      <p:sp>
        <p:nvSpPr>
          <p:cNvPr id="29" name="">
            <a:extLst xmlns:a="http://schemas.openxmlformats.org/drawingml/2006/main">
              <a:ext uri="{FF2B5EF4-FFF2-40B4-BE49-F238E27FC236}">
                <a16:creationId xmlns:a16="http://schemas.microsoft.com/office/drawing/2014/main" id="{DC4B3FD9-4B47-47DC-9DD9-0A2491DC6B0A}"/>
              </a:ext>
            </a:extLst>
          </p:cNvPr>
          <p:cNvSpPr>
            <a:spLocks xmlns:a="http://schemas.openxmlformats.org/drawingml/2006/main" noGrp="1"/>
          </p:cNvSpPr>
          <p:nvPr/>
        </p:nvSpPr>
        <p:spPr>
          <a:xfrm xmlns:a="http://schemas.openxmlformats.org/drawingml/2006/main">
            <a:off x="942975" y="3486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14866D"/>
                </a:solidFill>
                <a:latin typeface="Arial"/>
                <a:ea typeface="Arial"/>
                <a:cs typeface="Arial"/>
              </a:defRPr>
            </a:pPr>
            <a:r>
              <a:rPr sz="600" b="1">
                <a:solidFill>
                  <a:srgbClr val="14866D"/>
                </a:solidFill>
                <a:latin typeface="Arial"/>
                <a:ea typeface="Arial"/>
                <a:cs typeface="Arial"/>
              </a:rPr>
              <a:t>实测 · 检索</a:t>
            </a:r>
          </a:p>
        </p:txBody>
      </p:sp>
      <p:sp>
        <p:nvSpPr>
          <p:cNvPr id="30" name="">
            <a:extLst xmlns:a="http://schemas.openxmlformats.org/drawingml/2006/main">
              <a:ext uri="{FF2B5EF4-FFF2-40B4-BE49-F238E27FC236}">
                <a16:creationId xmlns:a16="http://schemas.microsoft.com/office/drawing/2014/main" id="{8B3C72EB-DFC1-49AD-B16B-9AEDAA29D334}"/>
              </a:ext>
            </a:extLst>
          </p:cNvPr>
          <p:cNvSpPr>
            <a:spLocks xmlns:a="http://schemas.openxmlformats.org/drawingml/2006/main" noGrp="1"/>
          </p:cNvSpPr>
          <p:nvPr/>
        </p:nvSpPr>
        <p:spPr>
          <a:xfrm xmlns:a="http://schemas.openxmlformats.org/drawingml/2006/main">
            <a:off x="3095625" y="3324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r@1 94.6→98.7 · MRR 0.997</a:t>
            </a:r>
          </a:p>
        </p:txBody>
      </p:sp>
      <p:sp>
        <p:nvSpPr>
          <p:cNvPr id="31" name="">
            <a:extLst xmlns:a="http://schemas.openxmlformats.org/drawingml/2006/main">
              <a:ext uri="{FF2B5EF4-FFF2-40B4-BE49-F238E27FC236}">
                <a16:creationId xmlns:a16="http://schemas.microsoft.com/office/drawing/2014/main" id="{8AA7BEFF-526D-4BFC-9F35-6DD0A574C2E0}"/>
              </a:ext>
            </a:extLst>
          </p:cNvPr>
          <p:cNvSpPr>
            <a:spLocks xmlns:a="http://schemas.openxmlformats.org/drawingml/2006/main" noGrp="1"/>
          </p:cNvSpPr>
          <p:nvPr/>
        </p:nvSpPr>
        <p:spPr>
          <a:xfrm xmlns:a="http://schemas.openxmlformats.org/drawingml/2006/main" flipH="0" flipV="0">
            <a:off x="619125" y="3667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32" name="">
            <a:extLst xmlns:a="http://schemas.openxmlformats.org/drawingml/2006/main">
              <a:ext uri="{FF2B5EF4-FFF2-40B4-BE49-F238E27FC236}">
                <a16:creationId xmlns:a16="http://schemas.microsoft.com/office/drawing/2014/main" id="{DD5C12E4-14CA-42D9-A284-6B0A1E0E9AEC}"/>
              </a:ext>
            </a:extLst>
          </p:cNvPr>
          <p:cNvSpPr>
            <a:spLocks xmlns:a="http://schemas.openxmlformats.org/drawingml/2006/main" noGrp="1"/>
          </p:cNvSpPr>
          <p:nvPr/>
        </p:nvSpPr>
        <p:spPr>
          <a:xfrm xmlns:a="http://schemas.openxmlformats.org/drawingml/2006/main">
            <a:off x="619125" y="3676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06552D4-8657-4F34-A35B-928E68100096}"/>
              </a:ext>
            </a:extLst>
          </p:cNvPr>
          <p:cNvSpPr>
            <a:spLocks xmlns:a="http://schemas.openxmlformats.org/drawingml/2006/main" noGrp="1"/>
          </p:cNvSpPr>
          <p:nvPr/>
        </p:nvSpPr>
        <p:spPr>
          <a:xfrm xmlns:a="http://schemas.openxmlformats.org/drawingml/2006/main">
            <a:off x="676275" y="3705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05</a:t>
            </a:r>
          </a:p>
        </p:txBody>
      </p:sp>
      <p:sp>
        <p:nvSpPr>
          <p:cNvPr id="34" name="">
            <a:extLst xmlns:a="http://schemas.openxmlformats.org/drawingml/2006/main">
              <a:ext uri="{FF2B5EF4-FFF2-40B4-BE49-F238E27FC236}">
                <a16:creationId xmlns:a16="http://schemas.microsoft.com/office/drawing/2014/main" id="{EC8E5CF5-DDB5-450A-B530-53AB6EB62427}"/>
              </a:ext>
            </a:extLst>
          </p:cNvPr>
          <p:cNvSpPr>
            <a:spLocks xmlns:a="http://schemas.openxmlformats.org/drawingml/2006/main" noGrp="1"/>
          </p:cNvSpPr>
          <p:nvPr/>
        </p:nvSpPr>
        <p:spPr>
          <a:xfrm xmlns:a="http://schemas.openxmlformats.org/drawingml/2006/main">
            <a:off x="942975" y="3686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工具成功率与轮次</a:t>
            </a:r>
          </a:p>
        </p:txBody>
      </p:sp>
      <p:sp>
        <p:nvSpPr>
          <p:cNvPr id="35" name="">
            <a:extLst xmlns:a="http://schemas.openxmlformats.org/drawingml/2006/main">
              <a:ext uri="{FF2B5EF4-FFF2-40B4-BE49-F238E27FC236}">
                <a16:creationId xmlns:a16="http://schemas.microsoft.com/office/drawing/2014/main" id="{33F4AFD1-583C-4AD9-8DEE-B3A64A27B763}"/>
              </a:ext>
            </a:extLst>
          </p:cNvPr>
          <p:cNvSpPr>
            <a:spLocks xmlns:a="http://schemas.openxmlformats.org/drawingml/2006/main" noGrp="1"/>
          </p:cNvSpPr>
          <p:nvPr/>
        </p:nvSpPr>
        <p:spPr>
          <a:xfrm xmlns:a="http://schemas.openxmlformats.org/drawingml/2006/main">
            <a:off x="942975" y="3867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14866D"/>
                </a:solidFill>
                <a:latin typeface="Arial"/>
                <a:ea typeface="Arial"/>
                <a:cs typeface="Arial"/>
              </a:defRPr>
            </a:pPr>
            <a:r>
              <a:rPr sz="600" b="1">
                <a:solidFill>
                  <a:srgbClr val="14866D"/>
                </a:solidFill>
                <a:latin typeface="Arial"/>
                <a:ea typeface="Arial"/>
                <a:cs typeface="Arial"/>
              </a:rPr>
              <a:t>实测 · 执行</a:t>
            </a:r>
          </a:p>
        </p:txBody>
      </p:sp>
      <p:sp>
        <p:nvSpPr>
          <p:cNvPr id="36" name="">
            <a:extLst xmlns:a="http://schemas.openxmlformats.org/drawingml/2006/main">
              <a:ext uri="{FF2B5EF4-FFF2-40B4-BE49-F238E27FC236}">
                <a16:creationId xmlns:a16="http://schemas.microsoft.com/office/drawing/2014/main" id="{7FBB9B3F-FE16-45D0-97E3-CD8B31839CE8}"/>
              </a:ext>
            </a:extLst>
          </p:cNvPr>
          <p:cNvSpPr>
            <a:spLocks xmlns:a="http://schemas.openxmlformats.org/drawingml/2006/main" noGrp="1"/>
          </p:cNvSpPr>
          <p:nvPr/>
        </p:nvSpPr>
        <p:spPr>
          <a:xfrm xmlns:a="http://schemas.openxmlformats.org/drawingml/2006/main">
            <a:off x="3095625" y="3705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成功率 100% · 轮次 −39%</a:t>
            </a:r>
          </a:p>
        </p:txBody>
      </p:sp>
      <p:sp>
        <p:nvSpPr>
          <p:cNvPr id="37" name="">
            <a:extLst xmlns:a="http://schemas.openxmlformats.org/drawingml/2006/main">
              <a:ext uri="{FF2B5EF4-FFF2-40B4-BE49-F238E27FC236}">
                <a16:creationId xmlns:a16="http://schemas.microsoft.com/office/drawing/2014/main" id="{F5C5A862-C157-4CE2-9B09-DA7CDE59ABFF}"/>
              </a:ext>
            </a:extLst>
          </p:cNvPr>
          <p:cNvSpPr>
            <a:spLocks xmlns:a="http://schemas.openxmlformats.org/drawingml/2006/main" noGrp="1"/>
          </p:cNvSpPr>
          <p:nvPr/>
        </p:nvSpPr>
        <p:spPr>
          <a:xfrm xmlns:a="http://schemas.openxmlformats.org/drawingml/2006/main" flipH="0" flipV="0">
            <a:off x="619125" y="4048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38" name="">
            <a:extLst xmlns:a="http://schemas.openxmlformats.org/drawingml/2006/main">
              <a:ext uri="{FF2B5EF4-FFF2-40B4-BE49-F238E27FC236}">
                <a16:creationId xmlns:a16="http://schemas.microsoft.com/office/drawing/2014/main" id="{1F36463D-B4B9-4A0B-B466-CB47734322CD}"/>
              </a:ext>
            </a:extLst>
          </p:cNvPr>
          <p:cNvSpPr>
            <a:spLocks xmlns:a="http://schemas.openxmlformats.org/drawingml/2006/main" noGrp="1"/>
          </p:cNvSpPr>
          <p:nvPr/>
        </p:nvSpPr>
        <p:spPr>
          <a:xfrm xmlns:a="http://schemas.openxmlformats.org/drawingml/2006/main">
            <a:off x="676275" y="4086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06</a:t>
            </a:r>
          </a:p>
        </p:txBody>
      </p:sp>
      <p:sp>
        <p:nvSpPr>
          <p:cNvPr id="39" name="">
            <a:extLst xmlns:a="http://schemas.openxmlformats.org/drawingml/2006/main">
              <a:ext uri="{FF2B5EF4-FFF2-40B4-BE49-F238E27FC236}">
                <a16:creationId xmlns:a16="http://schemas.microsoft.com/office/drawing/2014/main" id="{B8DF702D-D277-4269-BABD-040B25D245AB}"/>
              </a:ext>
            </a:extLst>
          </p:cNvPr>
          <p:cNvSpPr>
            <a:spLocks xmlns:a="http://schemas.openxmlformats.org/drawingml/2006/main" noGrp="1"/>
          </p:cNvSpPr>
          <p:nvPr/>
        </p:nvSpPr>
        <p:spPr>
          <a:xfrm xmlns:a="http://schemas.openxmlformats.org/drawingml/2006/main">
            <a:off x="942975" y="4067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去重 P/R 与无损率</a:t>
            </a:r>
          </a:p>
        </p:txBody>
      </p:sp>
      <p:sp>
        <p:nvSpPr>
          <p:cNvPr id="40" name="">
            <a:extLst xmlns:a="http://schemas.openxmlformats.org/drawingml/2006/main">
              <a:ext uri="{FF2B5EF4-FFF2-40B4-BE49-F238E27FC236}">
                <a16:creationId xmlns:a16="http://schemas.microsoft.com/office/drawing/2014/main" id="{2D0DF33C-23B8-4722-B9F6-0BDC63697A6D}"/>
              </a:ext>
            </a:extLst>
          </p:cNvPr>
          <p:cNvSpPr>
            <a:spLocks xmlns:a="http://schemas.openxmlformats.org/drawingml/2006/main" noGrp="1"/>
          </p:cNvSpPr>
          <p:nvPr/>
        </p:nvSpPr>
        <p:spPr>
          <a:xfrm xmlns:a="http://schemas.openxmlformats.org/drawingml/2006/main">
            <a:off x="942975" y="4248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C65D32"/>
                </a:solidFill>
                <a:latin typeface="Arial"/>
                <a:ea typeface="Arial"/>
                <a:cs typeface="Arial"/>
              </a:defRPr>
            </a:pPr>
            <a:r>
              <a:rPr sz="600" b="1">
                <a:solidFill>
                  <a:srgbClr val="C65D32"/>
                </a:solidFill>
                <a:latin typeface="Arial"/>
                <a:ea typeface="Arial"/>
                <a:cs typeface="Arial"/>
              </a:rPr>
              <a:t>部分 · 写入</a:t>
            </a:r>
          </a:p>
        </p:txBody>
      </p:sp>
      <p:sp>
        <p:nvSpPr>
          <p:cNvPr id="41" name="">
            <a:extLst xmlns:a="http://schemas.openxmlformats.org/drawingml/2006/main">
              <a:ext uri="{FF2B5EF4-FFF2-40B4-BE49-F238E27FC236}">
                <a16:creationId xmlns:a16="http://schemas.microsoft.com/office/drawing/2014/main" id="{F6D066B1-B75B-4D97-9FFC-F08EB0AA2B6F}"/>
              </a:ext>
            </a:extLst>
          </p:cNvPr>
          <p:cNvSpPr>
            <a:spLocks xmlns:a="http://schemas.openxmlformats.org/drawingml/2006/main" noGrp="1"/>
          </p:cNvSpPr>
          <p:nvPr/>
        </p:nvSpPr>
        <p:spPr>
          <a:xfrm xmlns:a="http://schemas.openxmlformats.org/drawingml/2006/main">
            <a:off x="3095625" y="4086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L1 阈值 0.85（假阳性 0.85–0.89）</a:t>
            </a:r>
          </a:p>
        </p:txBody>
      </p:sp>
      <p:sp>
        <p:nvSpPr>
          <p:cNvPr id="42" name="">
            <a:extLst xmlns:a="http://schemas.openxmlformats.org/drawingml/2006/main">
              <a:ext uri="{FF2B5EF4-FFF2-40B4-BE49-F238E27FC236}">
                <a16:creationId xmlns:a16="http://schemas.microsoft.com/office/drawing/2014/main" id="{C661DFA8-6F41-4EAE-9EBC-5C7BF199DC75}"/>
              </a:ext>
            </a:extLst>
          </p:cNvPr>
          <p:cNvSpPr>
            <a:spLocks xmlns:a="http://schemas.openxmlformats.org/drawingml/2006/main" noGrp="1"/>
          </p:cNvSpPr>
          <p:nvPr/>
        </p:nvSpPr>
        <p:spPr>
          <a:xfrm xmlns:a="http://schemas.openxmlformats.org/drawingml/2006/main" flipH="0" flipV="0">
            <a:off x="619125" y="4429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43" name="">
            <a:extLst xmlns:a="http://schemas.openxmlformats.org/drawingml/2006/main">
              <a:ext uri="{FF2B5EF4-FFF2-40B4-BE49-F238E27FC236}">
                <a16:creationId xmlns:a16="http://schemas.microsoft.com/office/drawing/2014/main" id="{EDF8E63F-2F40-4299-8F22-0AC0CA3DD468}"/>
              </a:ext>
            </a:extLst>
          </p:cNvPr>
          <p:cNvSpPr>
            <a:spLocks xmlns:a="http://schemas.openxmlformats.org/drawingml/2006/main" noGrp="1"/>
          </p:cNvSpPr>
          <p:nvPr/>
        </p:nvSpPr>
        <p:spPr>
          <a:xfrm xmlns:a="http://schemas.openxmlformats.org/drawingml/2006/main">
            <a:off x="619125" y="4438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E56C0EF-13C6-4071-8C32-B35B8586BDB9}"/>
              </a:ext>
            </a:extLst>
          </p:cNvPr>
          <p:cNvSpPr>
            <a:spLocks xmlns:a="http://schemas.openxmlformats.org/drawingml/2006/main" noGrp="1"/>
          </p:cNvSpPr>
          <p:nvPr/>
        </p:nvSpPr>
        <p:spPr>
          <a:xfrm xmlns:a="http://schemas.openxmlformats.org/drawingml/2006/main">
            <a:off x="676275" y="4467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07</a:t>
            </a:r>
          </a:p>
        </p:txBody>
      </p:sp>
      <p:sp>
        <p:nvSpPr>
          <p:cNvPr id="45" name="">
            <a:extLst xmlns:a="http://schemas.openxmlformats.org/drawingml/2006/main">
              <a:ext uri="{FF2B5EF4-FFF2-40B4-BE49-F238E27FC236}">
                <a16:creationId xmlns:a16="http://schemas.microsoft.com/office/drawing/2014/main" id="{355C737A-FE38-41AD-AD52-B51785B959E4}"/>
              </a:ext>
            </a:extLst>
          </p:cNvPr>
          <p:cNvSpPr>
            <a:spLocks xmlns:a="http://schemas.openxmlformats.org/drawingml/2006/main" noGrp="1"/>
          </p:cNvSpPr>
          <p:nvPr/>
        </p:nvSpPr>
        <p:spPr>
          <a:xfrm xmlns:a="http://schemas.openxmlformats.org/drawingml/2006/main">
            <a:off x="942975" y="4448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验收通过率与回归</a:t>
            </a:r>
          </a:p>
        </p:txBody>
      </p:sp>
      <p:sp>
        <p:nvSpPr>
          <p:cNvPr id="46" name="">
            <a:extLst xmlns:a="http://schemas.openxmlformats.org/drawingml/2006/main">
              <a:ext uri="{FF2B5EF4-FFF2-40B4-BE49-F238E27FC236}">
                <a16:creationId xmlns:a16="http://schemas.microsoft.com/office/drawing/2014/main" id="{F2F07FEF-3771-4548-88DF-F95B45A6FE3A}"/>
              </a:ext>
            </a:extLst>
          </p:cNvPr>
          <p:cNvSpPr>
            <a:spLocks xmlns:a="http://schemas.openxmlformats.org/drawingml/2006/main" noGrp="1"/>
          </p:cNvSpPr>
          <p:nvPr/>
        </p:nvSpPr>
        <p:spPr>
          <a:xfrm xmlns:a="http://schemas.openxmlformats.org/drawingml/2006/main">
            <a:off x="942975" y="4629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C65D32"/>
                </a:solidFill>
                <a:latin typeface="Arial"/>
                <a:ea typeface="Arial"/>
                <a:cs typeface="Arial"/>
              </a:defRPr>
            </a:pPr>
            <a:r>
              <a:rPr sz="600" b="1">
                <a:solidFill>
                  <a:srgbClr val="C65D32"/>
                </a:solidFill>
                <a:latin typeface="Arial"/>
                <a:ea typeface="Arial"/>
                <a:cs typeface="Arial"/>
              </a:rPr>
              <a:t>部分 · 验收</a:t>
            </a:r>
          </a:p>
        </p:txBody>
      </p:sp>
      <p:sp>
        <p:nvSpPr>
          <p:cNvPr id="47" name="">
            <a:extLst xmlns:a="http://schemas.openxmlformats.org/drawingml/2006/main">
              <a:ext uri="{FF2B5EF4-FFF2-40B4-BE49-F238E27FC236}">
                <a16:creationId xmlns:a16="http://schemas.microsoft.com/office/drawing/2014/main" id="{07DA7F5E-C2C1-46BA-B469-C6DB52D45526}"/>
              </a:ext>
            </a:extLst>
          </p:cNvPr>
          <p:cNvSpPr>
            <a:spLocks xmlns:a="http://schemas.openxmlformats.org/drawingml/2006/main" noGrp="1"/>
          </p:cNvSpPr>
          <p:nvPr/>
        </p:nvSpPr>
        <p:spPr>
          <a:xfrm xmlns:a="http://schemas.openxmlformats.org/drawingml/2006/main">
            <a:off x="3095625" y="4467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AT 12/12 · 回归 38/38</a:t>
            </a:r>
          </a:p>
        </p:txBody>
      </p:sp>
      <p:sp>
        <p:nvSpPr>
          <p:cNvPr id="48" name="">
            <a:extLst xmlns:a="http://schemas.openxmlformats.org/drawingml/2006/main">
              <a:ext uri="{FF2B5EF4-FFF2-40B4-BE49-F238E27FC236}">
                <a16:creationId xmlns:a16="http://schemas.microsoft.com/office/drawing/2014/main" id="{3D9A20DB-C814-424C-92D5-24071A7AC0C7}"/>
              </a:ext>
            </a:extLst>
          </p:cNvPr>
          <p:cNvSpPr>
            <a:spLocks xmlns:a="http://schemas.openxmlformats.org/drawingml/2006/main" noGrp="1"/>
          </p:cNvSpPr>
          <p:nvPr/>
        </p:nvSpPr>
        <p:spPr>
          <a:xfrm xmlns:a="http://schemas.openxmlformats.org/drawingml/2006/main" flipH="0" flipV="0">
            <a:off x="619125" y="4810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49" name="">
            <a:extLst xmlns:a="http://schemas.openxmlformats.org/drawingml/2006/main">
              <a:ext uri="{FF2B5EF4-FFF2-40B4-BE49-F238E27FC236}">
                <a16:creationId xmlns:a16="http://schemas.microsoft.com/office/drawing/2014/main" id="{B346C008-9C7E-4919-A934-30EE45E7F0CE}"/>
              </a:ext>
            </a:extLst>
          </p:cNvPr>
          <p:cNvSpPr>
            <a:spLocks xmlns:a="http://schemas.openxmlformats.org/drawingml/2006/main" noGrp="1"/>
          </p:cNvSpPr>
          <p:nvPr/>
        </p:nvSpPr>
        <p:spPr>
          <a:xfrm xmlns:a="http://schemas.openxmlformats.org/drawingml/2006/main">
            <a:off x="676275" y="4848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08</a:t>
            </a:r>
          </a:p>
        </p:txBody>
      </p:sp>
      <p:sp>
        <p:nvSpPr>
          <p:cNvPr id="50" name="">
            <a:extLst xmlns:a="http://schemas.openxmlformats.org/drawingml/2006/main">
              <a:ext uri="{FF2B5EF4-FFF2-40B4-BE49-F238E27FC236}">
                <a16:creationId xmlns:a16="http://schemas.microsoft.com/office/drawing/2014/main" id="{3E303504-E668-4AD3-AC68-1348C0A4FB1C}"/>
              </a:ext>
            </a:extLst>
          </p:cNvPr>
          <p:cNvSpPr>
            <a:spLocks xmlns:a="http://schemas.openxmlformats.org/drawingml/2006/main" noGrp="1"/>
          </p:cNvSpPr>
          <p:nvPr/>
        </p:nvSpPr>
        <p:spPr>
          <a:xfrm xmlns:a="http://schemas.openxmlformats.org/drawingml/2006/main">
            <a:off x="942975" y="4829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等待 / 唤醒时延</a:t>
            </a:r>
          </a:p>
        </p:txBody>
      </p:sp>
      <p:sp>
        <p:nvSpPr>
          <p:cNvPr id="51" name="">
            <a:extLst xmlns:a="http://schemas.openxmlformats.org/drawingml/2006/main">
              <a:ext uri="{FF2B5EF4-FFF2-40B4-BE49-F238E27FC236}">
                <a16:creationId xmlns:a16="http://schemas.microsoft.com/office/drawing/2014/main" id="{9EFE2A09-E4BE-4A8E-919E-F11129DD5941}"/>
              </a:ext>
            </a:extLst>
          </p:cNvPr>
          <p:cNvSpPr>
            <a:spLocks xmlns:a="http://schemas.openxmlformats.org/drawingml/2006/main" noGrp="1"/>
          </p:cNvSpPr>
          <p:nvPr/>
        </p:nvSpPr>
        <p:spPr>
          <a:xfrm xmlns:a="http://schemas.openxmlformats.org/drawingml/2006/main">
            <a:off x="942975" y="5010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14866D"/>
                </a:solidFill>
                <a:latin typeface="Arial"/>
                <a:ea typeface="Arial"/>
                <a:cs typeface="Arial"/>
              </a:defRPr>
            </a:pPr>
            <a:r>
              <a:rPr sz="600" b="1">
                <a:solidFill>
                  <a:srgbClr val="14866D"/>
                </a:solidFill>
                <a:latin typeface="Arial"/>
                <a:ea typeface="Arial"/>
                <a:cs typeface="Arial"/>
              </a:rPr>
              <a:t>实测 · 等待</a:t>
            </a:r>
          </a:p>
        </p:txBody>
      </p:sp>
      <p:sp>
        <p:nvSpPr>
          <p:cNvPr id="52" name="">
            <a:extLst xmlns:a="http://schemas.openxmlformats.org/drawingml/2006/main">
              <a:ext uri="{FF2B5EF4-FFF2-40B4-BE49-F238E27FC236}">
                <a16:creationId xmlns:a16="http://schemas.microsoft.com/office/drawing/2014/main" id="{0055D1B7-60F3-4E70-80C3-51714797E8E9}"/>
              </a:ext>
            </a:extLst>
          </p:cNvPr>
          <p:cNvSpPr>
            <a:spLocks xmlns:a="http://schemas.openxmlformats.org/drawingml/2006/main" noGrp="1"/>
          </p:cNvSpPr>
          <p:nvPr/>
        </p:nvSpPr>
        <p:spPr>
          <a:xfrm xmlns:a="http://schemas.openxmlformats.org/drawingml/2006/main">
            <a:off x="3095625" y="4848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读 2.0–2.5s · 写 1.1s</a:t>
            </a:r>
          </a:p>
        </p:txBody>
      </p:sp>
      <p:sp>
        <p:nvSpPr>
          <p:cNvPr id="53" name="">
            <a:extLst xmlns:a="http://schemas.openxmlformats.org/drawingml/2006/main">
              <a:ext uri="{FF2B5EF4-FFF2-40B4-BE49-F238E27FC236}">
                <a16:creationId xmlns:a16="http://schemas.microsoft.com/office/drawing/2014/main" id="{D920E6C0-765D-4E19-B74A-9A6FC2DBB303}"/>
              </a:ext>
            </a:extLst>
          </p:cNvPr>
          <p:cNvSpPr>
            <a:spLocks xmlns:a="http://schemas.openxmlformats.org/drawingml/2006/main" noGrp="1"/>
          </p:cNvSpPr>
          <p:nvPr/>
        </p:nvSpPr>
        <p:spPr>
          <a:xfrm xmlns:a="http://schemas.openxmlformats.org/drawingml/2006/main" flipH="0" flipV="0">
            <a:off x="619125" y="5191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54" name="">
            <a:extLst xmlns:a="http://schemas.openxmlformats.org/drawingml/2006/main">
              <a:ext uri="{FF2B5EF4-FFF2-40B4-BE49-F238E27FC236}">
                <a16:creationId xmlns:a16="http://schemas.microsoft.com/office/drawing/2014/main" id="{45CD244B-CB4F-4FC7-BEA4-C08A6C336B50}"/>
              </a:ext>
            </a:extLst>
          </p:cNvPr>
          <p:cNvSpPr>
            <a:spLocks xmlns:a="http://schemas.openxmlformats.org/drawingml/2006/main" noGrp="1"/>
          </p:cNvSpPr>
          <p:nvPr/>
        </p:nvSpPr>
        <p:spPr>
          <a:xfrm xmlns:a="http://schemas.openxmlformats.org/drawingml/2006/main">
            <a:off x="619125" y="5200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311B830B-DF31-40DD-8524-96C9FA8A6A3F}"/>
              </a:ext>
            </a:extLst>
          </p:cNvPr>
          <p:cNvSpPr>
            <a:spLocks xmlns:a="http://schemas.openxmlformats.org/drawingml/2006/main" noGrp="1"/>
          </p:cNvSpPr>
          <p:nvPr/>
        </p:nvSpPr>
        <p:spPr>
          <a:xfrm xmlns:a="http://schemas.openxmlformats.org/drawingml/2006/main">
            <a:off x="676275" y="5229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09</a:t>
            </a:r>
          </a:p>
        </p:txBody>
      </p:sp>
      <p:sp>
        <p:nvSpPr>
          <p:cNvPr id="56" name="">
            <a:extLst xmlns:a="http://schemas.openxmlformats.org/drawingml/2006/main">
              <a:ext uri="{FF2B5EF4-FFF2-40B4-BE49-F238E27FC236}">
                <a16:creationId xmlns:a16="http://schemas.microsoft.com/office/drawing/2014/main" id="{569224AF-05EB-4319-9520-B1F9BC23D0E0}"/>
              </a:ext>
            </a:extLst>
          </p:cNvPr>
          <p:cNvSpPr>
            <a:spLocks xmlns:a="http://schemas.openxmlformats.org/drawingml/2006/main" noGrp="1"/>
          </p:cNvSpPr>
          <p:nvPr/>
        </p:nvSpPr>
        <p:spPr>
          <a:xfrm xmlns:a="http://schemas.openxmlformats.org/drawingml/2006/main">
            <a:off x="942975" y="5210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提交登记完整率</a:t>
            </a:r>
          </a:p>
        </p:txBody>
      </p:sp>
      <p:sp>
        <p:nvSpPr>
          <p:cNvPr id="57" name="">
            <a:extLst xmlns:a="http://schemas.openxmlformats.org/drawingml/2006/main">
              <a:ext uri="{FF2B5EF4-FFF2-40B4-BE49-F238E27FC236}">
                <a16:creationId xmlns:a16="http://schemas.microsoft.com/office/drawing/2014/main" id="{231D2C55-5D81-4101-87BF-420E58F1F084}"/>
              </a:ext>
            </a:extLst>
          </p:cNvPr>
          <p:cNvSpPr>
            <a:spLocks xmlns:a="http://schemas.openxmlformats.org/drawingml/2006/main" noGrp="1"/>
          </p:cNvSpPr>
          <p:nvPr/>
        </p:nvSpPr>
        <p:spPr>
          <a:xfrm xmlns:a="http://schemas.openxmlformats.org/drawingml/2006/main">
            <a:off x="942975" y="5391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沉淀</a:t>
            </a:r>
          </a:p>
        </p:txBody>
      </p:sp>
      <p:sp>
        <p:nvSpPr>
          <p:cNvPr id="58" name="">
            <a:extLst xmlns:a="http://schemas.openxmlformats.org/drawingml/2006/main">
              <a:ext uri="{FF2B5EF4-FFF2-40B4-BE49-F238E27FC236}">
                <a16:creationId xmlns:a16="http://schemas.microsoft.com/office/drawing/2014/main" id="{A37BAAA7-B205-4D86-A038-F8F88F88E68F}"/>
              </a:ext>
            </a:extLst>
          </p:cNvPr>
          <p:cNvSpPr>
            <a:spLocks xmlns:a="http://schemas.openxmlformats.org/drawingml/2006/main" noGrp="1"/>
          </p:cNvSpPr>
          <p:nvPr/>
        </p:nvSpPr>
        <p:spPr>
          <a:xfrm xmlns:a="http://schemas.openxmlformats.org/drawingml/2006/main">
            <a:off x="3095625" y="5229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无统计</a:t>
            </a:r>
          </a:p>
        </p:txBody>
      </p:sp>
      <p:sp>
        <p:nvSpPr>
          <p:cNvPr id="59" name="">
            <a:extLst xmlns:a="http://schemas.openxmlformats.org/drawingml/2006/main">
              <a:ext uri="{FF2B5EF4-FFF2-40B4-BE49-F238E27FC236}">
                <a16:creationId xmlns:a16="http://schemas.microsoft.com/office/drawing/2014/main" id="{351EDE55-0661-4026-99CC-5E4130426978}"/>
              </a:ext>
            </a:extLst>
          </p:cNvPr>
          <p:cNvSpPr>
            <a:spLocks xmlns:a="http://schemas.openxmlformats.org/drawingml/2006/main" noGrp="1"/>
          </p:cNvSpPr>
          <p:nvPr/>
        </p:nvSpPr>
        <p:spPr>
          <a:xfrm xmlns:a="http://schemas.openxmlformats.org/drawingml/2006/main" flipH="0" flipV="0">
            <a:off x="619125" y="5572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60" name="">
            <a:extLst xmlns:a="http://schemas.openxmlformats.org/drawingml/2006/main">
              <a:ext uri="{FF2B5EF4-FFF2-40B4-BE49-F238E27FC236}">
                <a16:creationId xmlns:a16="http://schemas.microsoft.com/office/drawing/2014/main" id="{F92F7316-DAAC-4A2C-9256-75092B57DA93}"/>
              </a:ext>
            </a:extLst>
          </p:cNvPr>
          <p:cNvSpPr>
            <a:spLocks xmlns:a="http://schemas.openxmlformats.org/drawingml/2006/main" noGrp="1"/>
          </p:cNvSpPr>
          <p:nvPr/>
        </p:nvSpPr>
        <p:spPr>
          <a:xfrm xmlns:a="http://schemas.openxmlformats.org/drawingml/2006/main">
            <a:off x="676275" y="5610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10</a:t>
            </a:r>
          </a:p>
        </p:txBody>
      </p:sp>
      <p:sp>
        <p:nvSpPr>
          <p:cNvPr id="61" name="">
            <a:extLst xmlns:a="http://schemas.openxmlformats.org/drawingml/2006/main">
              <a:ext uri="{FF2B5EF4-FFF2-40B4-BE49-F238E27FC236}">
                <a16:creationId xmlns:a16="http://schemas.microsoft.com/office/drawing/2014/main" id="{B71AA67E-54F9-4352-B6A3-80AB90EE98F4}"/>
              </a:ext>
            </a:extLst>
          </p:cNvPr>
          <p:cNvSpPr>
            <a:spLocks xmlns:a="http://schemas.openxmlformats.org/drawingml/2006/main" noGrp="1"/>
          </p:cNvSpPr>
          <p:nvPr/>
        </p:nvSpPr>
        <p:spPr>
          <a:xfrm xmlns:a="http://schemas.openxmlformats.org/drawingml/2006/main">
            <a:off x="942975" y="5591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记忆准确率与拒答</a:t>
            </a:r>
          </a:p>
        </p:txBody>
      </p:sp>
      <p:sp>
        <p:nvSpPr>
          <p:cNvPr id="62" name="">
            <a:extLst xmlns:a="http://schemas.openxmlformats.org/drawingml/2006/main">
              <a:ext uri="{FF2B5EF4-FFF2-40B4-BE49-F238E27FC236}">
                <a16:creationId xmlns:a16="http://schemas.microsoft.com/office/drawing/2014/main" id="{9C7CAC24-5C79-4D04-9A87-CB598D26A124}"/>
              </a:ext>
            </a:extLst>
          </p:cNvPr>
          <p:cNvSpPr>
            <a:spLocks xmlns:a="http://schemas.openxmlformats.org/drawingml/2006/main" noGrp="1"/>
          </p:cNvSpPr>
          <p:nvPr/>
        </p:nvSpPr>
        <p:spPr>
          <a:xfrm xmlns:a="http://schemas.openxmlformats.org/drawingml/2006/main">
            <a:off x="942975" y="5772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14866D"/>
                </a:solidFill>
                <a:latin typeface="Arial"/>
                <a:ea typeface="Arial"/>
                <a:cs typeface="Arial"/>
              </a:defRPr>
            </a:pPr>
            <a:r>
              <a:rPr sz="600" b="1">
                <a:solidFill>
                  <a:srgbClr val="14866D"/>
                </a:solidFill>
                <a:latin typeface="Arial"/>
                <a:ea typeface="Arial"/>
                <a:cs typeface="Arial"/>
              </a:rPr>
              <a:t>实测 · 沉淀</a:t>
            </a:r>
          </a:p>
        </p:txBody>
      </p:sp>
      <p:sp>
        <p:nvSpPr>
          <p:cNvPr id="63" name="">
            <a:extLst xmlns:a="http://schemas.openxmlformats.org/drawingml/2006/main">
              <a:ext uri="{FF2B5EF4-FFF2-40B4-BE49-F238E27FC236}">
                <a16:creationId xmlns:a16="http://schemas.microsoft.com/office/drawing/2014/main" id="{1F933ED2-526C-499D-9471-DA8265FB6A10}"/>
              </a:ext>
            </a:extLst>
          </p:cNvPr>
          <p:cNvSpPr>
            <a:spLocks xmlns:a="http://schemas.openxmlformats.org/drawingml/2006/main" noGrp="1"/>
          </p:cNvSpPr>
          <p:nvPr/>
        </p:nvSpPr>
        <p:spPr>
          <a:xfrm xmlns:a="http://schemas.openxmlformats.org/drawingml/2006/main">
            <a:off x="3095625" y="5610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100%(31/31) · 拒答 100%</a:t>
            </a:r>
          </a:p>
        </p:txBody>
      </p:sp>
      <p:sp>
        <p:nvSpPr>
          <p:cNvPr id="64" name="">
            <a:extLst xmlns:a="http://schemas.openxmlformats.org/drawingml/2006/main">
              <a:ext uri="{FF2B5EF4-FFF2-40B4-BE49-F238E27FC236}">
                <a16:creationId xmlns:a16="http://schemas.microsoft.com/office/drawing/2014/main" id="{E969B1A5-DAEF-4796-803F-A9480399C08D}"/>
              </a:ext>
            </a:extLst>
          </p:cNvPr>
          <p:cNvSpPr>
            <a:spLocks xmlns:a="http://schemas.openxmlformats.org/drawingml/2006/main" noGrp="1"/>
          </p:cNvSpPr>
          <p:nvPr/>
        </p:nvSpPr>
        <p:spPr>
          <a:xfrm xmlns:a="http://schemas.openxmlformats.org/drawingml/2006/main" flipH="0" flipV="0">
            <a:off x="619125" y="5953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65" name="">
            <a:extLst xmlns:a="http://schemas.openxmlformats.org/drawingml/2006/main">
              <a:ext uri="{FF2B5EF4-FFF2-40B4-BE49-F238E27FC236}">
                <a16:creationId xmlns:a16="http://schemas.microsoft.com/office/drawing/2014/main" id="{54E0F29E-228F-4781-8345-C1AF5CF92473}"/>
              </a:ext>
            </a:extLst>
          </p:cNvPr>
          <p:cNvSpPr>
            <a:spLocks xmlns:a="http://schemas.openxmlformats.org/drawingml/2006/main" noGrp="1"/>
          </p:cNvSpPr>
          <p:nvPr/>
        </p:nvSpPr>
        <p:spPr>
          <a:xfrm xmlns:a="http://schemas.openxmlformats.org/drawingml/2006/main">
            <a:off x="6286500" y="1838325"/>
            <a:ext cx="5286375" cy="276225"/>
          </a:xfrm>
          <a:prstGeom xmlns:a="http://schemas.openxmlformats.org/drawingml/2006/main" prst="rect">
            <a:avLst/>
          </a:prstGeom>
          <a:solidFill xmlns:a="http://schemas.openxmlformats.org/drawingml/2006/main">
            <a:srgbClr val="152338"/>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05CBC326-E2DE-421E-BDAF-C21DFCF501F1}"/>
              </a:ext>
            </a:extLst>
          </p:cNvPr>
          <p:cNvSpPr>
            <a:spLocks xmlns:a="http://schemas.openxmlformats.org/drawingml/2006/main" noGrp="1"/>
          </p:cNvSpPr>
          <p:nvPr/>
        </p:nvSpPr>
        <p:spPr>
          <a:xfrm xmlns:a="http://schemas.openxmlformats.org/drawingml/2006/main">
            <a:off x="6362700" y="1866900"/>
            <a:ext cx="2343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FFFFFF"/>
                </a:solidFill>
                <a:latin typeface="Arial"/>
                <a:ea typeface="Arial"/>
                <a:cs typeface="Arial"/>
              </a:defRPr>
            </a:pPr>
            <a:r>
              <a:rPr sz="750" b="1">
                <a:solidFill>
                  <a:srgbClr val="FFFFFF"/>
                </a:solidFill>
                <a:latin typeface="Arial"/>
                <a:ea typeface="Arial"/>
                <a:cs typeface="Arial"/>
              </a:rPr>
              <a:t>#  指标 / 流程状态</a:t>
            </a:r>
          </a:p>
        </p:txBody>
      </p:sp>
      <p:sp>
        <p:nvSpPr>
          <p:cNvPr id="67" name="">
            <a:extLst xmlns:a="http://schemas.openxmlformats.org/drawingml/2006/main">
              <a:ext uri="{FF2B5EF4-FFF2-40B4-BE49-F238E27FC236}">
                <a16:creationId xmlns:a16="http://schemas.microsoft.com/office/drawing/2014/main" id="{69EE354E-222B-477C-BCC8-E46AA3562126}"/>
              </a:ext>
            </a:extLst>
          </p:cNvPr>
          <p:cNvSpPr>
            <a:spLocks xmlns:a="http://schemas.openxmlformats.org/drawingml/2006/main" noGrp="1"/>
          </p:cNvSpPr>
          <p:nvPr/>
        </p:nvSpPr>
        <p:spPr>
          <a:xfrm xmlns:a="http://schemas.openxmlformats.org/drawingml/2006/main">
            <a:off x="8763000" y="1866900"/>
            <a:ext cx="2724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FFFFFF"/>
                </a:solidFill>
                <a:latin typeface="Arial"/>
                <a:ea typeface="Arial"/>
                <a:cs typeface="Arial"/>
              </a:defRPr>
            </a:pPr>
            <a:r>
              <a:rPr sz="750" b="1">
                <a:solidFill>
                  <a:srgbClr val="FFFFFF"/>
                </a:solidFill>
                <a:latin typeface="Arial"/>
                <a:ea typeface="Arial"/>
                <a:cs typeface="Arial"/>
              </a:rPr>
              <a:t>现有结果</a:t>
            </a:r>
          </a:p>
        </p:txBody>
      </p:sp>
      <p:sp>
        <p:nvSpPr>
          <p:cNvPr id="68" name="">
            <a:extLst xmlns:a="http://schemas.openxmlformats.org/drawingml/2006/main">
              <a:ext uri="{FF2B5EF4-FFF2-40B4-BE49-F238E27FC236}">
                <a16:creationId xmlns:a16="http://schemas.microsoft.com/office/drawing/2014/main" id="{A7B1EB84-CA01-4033-A08D-67D1B86D92B9}"/>
              </a:ext>
            </a:extLst>
          </p:cNvPr>
          <p:cNvSpPr>
            <a:spLocks xmlns:a="http://schemas.openxmlformats.org/drawingml/2006/main" noGrp="1"/>
          </p:cNvSpPr>
          <p:nvPr/>
        </p:nvSpPr>
        <p:spPr>
          <a:xfrm xmlns:a="http://schemas.openxmlformats.org/drawingml/2006/main">
            <a:off x="6286500" y="2152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5FD7C550-63A9-43DD-9571-4E3AC1FA2C66}"/>
              </a:ext>
            </a:extLst>
          </p:cNvPr>
          <p:cNvSpPr>
            <a:spLocks xmlns:a="http://schemas.openxmlformats.org/drawingml/2006/main" noGrp="1"/>
          </p:cNvSpPr>
          <p:nvPr/>
        </p:nvSpPr>
        <p:spPr>
          <a:xfrm xmlns:a="http://schemas.openxmlformats.org/drawingml/2006/main">
            <a:off x="6343650" y="2181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11</a:t>
            </a:r>
          </a:p>
        </p:txBody>
      </p:sp>
      <p:sp>
        <p:nvSpPr>
          <p:cNvPr id="70" name="">
            <a:extLst xmlns:a="http://schemas.openxmlformats.org/drawingml/2006/main">
              <a:ext uri="{FF2B5EF4-FFF2-40B4-BE49-F238E27FC236}">
                <a16:creationId xmlns:a16="http://schemas.microsoft.com/office/drawing/2014/main" id="{4D36EDC1-79E7-4166-BCDE-DE02A1CDFEB6}"/>
              </a:ext>
            </a:extLst>
          </p:cNvPr>
          <p:cNvSpPr>
            <a:spLocks xmlns:a="http://schemas.openxmlformats.org/drawingml/2006/main" noGrp="1"/>
          </p:cNvSpPr>
          <p:nvPr/>
        </p:nvSpPr>
        <p:spPr>
          <a:xfrm xmlns:a="http://schemas.openxmlformats.org/drawingml/2006/main">
            <a:off x="6610350" y="2162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任务完成成功率</a:t>
            </a:r>
          </a:p>
        </p:txBody>
      </p:sp>
      <p:sp>
        <p:nvSpPr>
          <p:cNvPr id="71" name="">
            <a:extLst xmlns:a="http://schemas.openxmlformats.org/drawingml/2006/main">
              <a:ext uri="{FF2B5EF4-FFF2-40B4-BE49-F238E27FC236}">
                <a16:creationId xmlns:a16="http://schemas.microsoft.com/office/drawing/2014/main" id="{2A3A5743-CA57-4747-B025-F91D47E608A4}"/>
              </a:ext>
            </a:extLst>
          </p:cNvPr>
          <p:cNvSpPr>
            <a:spLocks xmlns:a="http://schemas.openxmlformats.org/drawingml/2006/main" noGrp="1"/>
          </p:cNvSpPr>
          <p:nvPr/>
        </p:nvSpPr>
        <p:spPr>
          <a:xfrm xmlns:a="http://schemas.openxmlformats.org/drawingml/2006/main">
            <a:off x="6610350" y="2343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C65D32"/>
                </a:solidFill>
                <a:latin typeface="Arial"/>
                <a:ea typeface="Arial"/>
                <a:cs typeface="Arial"/>
              </a:defRPr>
            </a:pPr>
            <a:r>
              <a:rPr sz="600" b="1">
                <a:solidFill>
                  <a:srgbClr val="C65D32"/>
                </a:solidFill>
                <a:latin typeface="Arial"/>
                <a:ea typeface="Arial"/>
                <a:cs typeface="Arial"/>
              </a:rPr>
              <a:t>部分 · 整体</a:t>
            </a:r>
          </a:p>
        </p:txBody>
      </p:sp>
      <p:sp>
        <p:nvSpPr>
          <p:cNvPr id="72" name="">
            <a:extLst xmlns:a="http://schemas.openxmlformats.org/drawingml/2006/main">
              <a:ext uri="{FF2B5EF4-FFF2-40B4-BE49-F238E27FC236}">
                <a16:creationId xmlns:a16="http://schemas.microsoft.com/office/drawing/2014/main" id="{59FF1864-60AD-4FA1-9BF6-FAF256B17B4F}"/>
              </a:ext>
            </a:extLst>
          </p:cNvPr>
          <p:cNvSpPr>
            <a:spLocks xmlns:a="http://schemas.openxmlformats.org/drawingml/2006/main" noGrp="1"/>
          </p:cNvSpPr>
          <p:nvPr/>
        </p:nvSpPr>
        <p:spPr>
          <a:xfrm xmlns:a="http://schemas.openxmlformats.org/drawingml/2006/main">
            <a:off x="8763000" y="2181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小样本 31/31 · 20/20</a:t>
            </a:r>
          </a:p>
        </p:txBody>
      </p:sp>
      <p:sp>
        <p:nvSpPr>
          <p:cNvPr id="73" name="">
            <a:extLst xmlns:a="http://schemas.openxmlformats.org/drawingml/2006/main">
              <a:ext uri="{FF2B5EF4-FFF2-40B4-BE49-F238E27FC236}">
                <a16:creationId xmlns:a16="http://schemas.microsoft.com/office/drawing/2014/main" id="{E0792AB3-4654-4B79-A404-BA3159DB64A5}"/>
              </a:ext>
            </a:extLst>
          </p:cNvPr>
          <p:cNvSpPr>
            <a:spLocks xmlns:a="http://schemas.openxmlformats.org/drawingml/2006/main" noGrp="1"/>
          </p:cNvSpPr>
          <p:nvPr/>
        </p:nvSpPr>
        <p:spPr>
          <a:xfrm xmlns:a="http://schemas.openxmlformats.org/drawingml/2006/main" flipH="0" flipV="0">
            <a:off x="6286500" y="2524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74" name="">
            <a:extLst xmlns:a="http://schemas.openxmlformats.org/drawingml/2006/main">
              <a:ext uri="{FF2B5EF4-FFF2-40B4-BE49-F238E27FC236}">
                <a16:creationId xmlns:a16="http://schemas.microsoft.com/office/drawing/2014/main" id="{9AF9C55D-E5AF-4049-B343-E82B0111D3E3}"/>
              </a:ext>
            </a:extLst>
          </p:cNvPr>
          <p:cNvSpPr>
            <a:spLocks xmlns:a="http://schemas.openxmlformats.org/drawingml/2006/main" noGrp="1"/>
          </p:cNvSpPr>
          <p:nvPr/>
        </p:nvSpPr>
        <p:spPr>
          <a:xfrm xmlns:a="http://schemas.openxmlformats.org/drawingml/2006/main">
            <a:off x="6343650" y="2562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12</a:t>
            </a:r>
          </a:p>
        </p:txBody>
      </p:sp>
      <p:sp>
        <p:nvSpPr>
          <p:cNvPr id="75" name="">
            <a:extLst xmlns:a="http://schemas.openxmlformats.org/drawingml/2006/main">
              <a:ext uri="{FF2B5EF4-FFF2-40B4-BE49-F238E27FC236}">
                <a16:creationId xmlns:a16="http://schemas.microsoft.com/office/drawing/2014/main" id="{205B51CA-9C84-420B-88F1-51754BE8CA4D}"/>
              </a:ext>
            </a:extLst>
          </p:cNvPr>
          <p:cNvSpPr>
            <a:spLocks xmlns:a="http://schemas.openxmlformats.org/drawingml/2006/main" noGrp="1"/>
          </p:cNvSpPr>
          <p:nvPr/>
        </p:nvSpPr>
        <p:spPr>
          <a:xfrm xmlns:a="http://schemas.openxmlformats.org/drawingml/2006/main">
            <a:off x="6610350" y="2543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端到端时延 / 成本</a:t>
            </a:r>
          </a:p>
        </p:txBody>
      </p:sp>
      <p:sp>
        <p:nvSpPr>
          <p:cNvPr id="76" name="">
            <a:extLst xmlns:a="http://schemas.openxmlformats.org/drawingml/2006/main">
              <a:ext uri="{FF2B5EF4-FFF2-40B4-BE49-F238E27FC236}">
                <a16:creationId xmlns:a16="http://schemas.microsoft.com/office/drawing/2014/main" id="{BF5C2977-BEBF-48ED-B90F-8D56A8044A72}"/>
              </a:ext>
            </a:extLst>
          </p:cNvPr>
          <p:cNvSpPr>
            <a:spLocks xmlns:a="http://schemas.openxmlformats.org/drawingml/2006/main" noGrp="1"/>
          </p:cNvSpPr>
          <p:nvPr/>
        </p:nvSpPr>
        <p:spPr>
          <a:xfrm xmlns:a="http://schemas.openxmlformats.org/drawingml/2006/main">
            <a:off x="6610350" y="2724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C65D32"/>
                </a:solidFill>
                <a:latin typeface="Arial"/>
                <a:ea typeface="Arial"/>
                <a:cs typeface="Arial"/>
              </a:defRPr>
            </a:pPr>
            <a:r>
              <a:rPr sz="600" b="1">
                <a:solidFill>
                  <a:srgbClr val="C65D32"/>
                </a:solidFill>
                <a:latin typeface="Arial"/>
                <a:ea typeface="Arial"/>
                <a:cs typeface="Arial"/>
              </a:rPr>
              <a:t>部分 · 整体</a:t>
            </a:r>
          </a:p>
        </p:txBody>
      </p:sp>
      <p:sp>
        <p:nvSpPr>
          <p:cNvPr id="77" name="">
            <a:extLst xmlns:a="http://schemas.openxmlformats.org/drawingml/2006/main">
              <a:ext uri="{FF2B5EF4-FFF2-40B4-BE49-F238E27FC236}">
                <a16:creationId xmlns:a16="http://schemas.microsoft.com/office/drawing/2014/main" id="{E840883C-C7A5-4855-AC79-C271EBC77986}"/>
              </a:ext>
            </a:extLst>
          </p:cNvPr>
          <p:cNvSpPr>
            <a:spLocks xmlns:a="http://schemas.openxmlformats.org/drawingml/2006/main" noGrp="1"/>
          </p:cNvSpPr>
          <p:nvPr/>
        </p:nvSpPr>
        <p:spPr>
          <a:xfrm xmlns:a="http://schemas.openxmlformats.org/drawingml/2006/main">
            <a:off x="8763000" y="2562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读 2.0–2.5s · 4890 token/查询</a:t>
            </a:r>
          </a:p>
        </p:txBody>
      </p:sp>
      <p:sp>
        <p:nvSpPr>
          <p:cNvPr id="78" name="">
            <a:extLst xmlns:a="http://schemas.openxmlformats.org/drawingml/2006/main">
              <a:ext uri="{FF2B5EF4-FFF2-40B4-BE49-F238E27FC236}">
                <a16:creationId xmlns:a16="http://schemas.microsoft.com/office/drawing/2014/main" id="{E0C86019-4C06-4426-A5C7-FD0EC365580C}"/>
              </a:ext>
            </a:extLst>
          </p:cNvPr>
          <p:cNvSpPr>
            <a:spLocks xmlns:a="http://schemas.openxmlformats.org/drawingml/2006/main" noGrp="1"/>
          </p:cNvSpPr>
          <p:nvPr/>
        </p:nvSpPr>
        <p:spPr>
          <a:xfrm xmlns:a="http://schemas.openxmlformats.org/drawingml/2006/main" flipH="0" flipV="0">
            <a:off x="6286500" y="2905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79" name="">
            <a:extLst xmlns:a="http://schemas.openxmlformats.org/drawingml/2006/main">
              <a:ext uri="{FF2B5EF4-FFF2-40B4-BE49-F238E27FC236}">
                <a16:creationId xmlns:a16="http://schemas.microsoft.com/office/drawing/2014/main" id="{24C84B84-773C-41E0-BB5E-FB2BA071F54F}"/>
              </a:ext>
            </a:extLst>
          </p:cNvPr>
          <p:cNvSpPr>
            <a:spLocks xmlns:a="http://schemas.openxmlformats.org/drawingml/2006/main" noGrp="1"/>
          </p:cNvSpPr>
          <p:nvPr/>
        </p:nvSpPr>
        <p:spPr>
          <a:xfrm xmlns:a="http://schemas.openxmlformats.org/drawingml/2006/main">
            <a:off x="6286500" y="2914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F3112EAC-DC4D-4555-8DB1-82F4E226B4FA}"/>
              </a:ext>
            </a:extLst>
          </p:cNvPr>
          <p:cNvSpPr>
            <a:spLocks xmlns:a="http://schemas.openxmlformats.org/drawingml/2006/main" noGrp="1"/>
          </p:cNvSpPr>
          <p:nvPr/>
        </p:nvSpPr>
        <p:spPr>
          <a:xfrm xmlns:a="http://schemas.openxmlformats.org/drawingml/2006/main">
            <a:off x="6343650" y="2943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13</a:t>
            </a:r>
          </a:p>
        </p:txBody>
      </p:sp>
      <p:sp>
        <p:nvSpPr>
          <p:cNvPr id="81" name="">
            <a:extLst xmlns:a="http://schemas.openxmlformats.org/drawingml/2006/main">
              <a:ext uri="{FF2B5EF4-FFF2-40B4-BE49-F238E27FC236}">
                <a16:creationId xmlns:a16="http://schemas.microsoft.com/office/drawing/2014/main" id="{B1E97864-173D-429B-B847-71CB58AD69CB}"/>
              </a:ext>
            </a:extLst>
          </p:cNvPr>
          <p:cNvSpPr>
            <a:spLocks xmlns:a="http://schemas.openxmlformats.org/drawingml/2006/main" noGrp="1"/>
          </p:cNvSpPr>
          <p:nvPr/>
        </p:nvSpPr>
        <p:spPr>
          <a:xfrm xmlns:a="http://schemas.openxmlformats.org/drawingml/2006/main">
            <a:off x="6610350" y="2924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SWE-bench Resolved%</a:t>
            </a:r>
          </a:p>
        </p:txBody>
      </p:sp>
      <p:sp>
        <p:nvSpPr>
          <p:cNvPr id="82" name="">
            <a:extLst xmlns:a="http://schemas.openxmlformats.org/drawingml/2006/main">
              <a:ext uri="{FF2B5EF4-FFF2-40B4-BE49-F238E27FC236}">
                <a16:creationId xmlns:a16="http://schemas.microsoft.com/office/drawing/2014/main" id="{2F1BD79D-E8C1-4581-AF96-85C31B1B0F10}"/>
              </a:ext>
            </a:extLst>
          </p:cNvPr>
          <p:cNvSpPr>
            <a:spLocks xmlns:a="http://schemas.openxmlformats.org/drawingml/2006/main" noGrp="1"/>
          </p:cNvSpPr>
          <p:nvPr/>
        </p:nvSpPr>
        <p:spPr>
          <a:xfrm xmlns:a="http://schemas.openxmlformats.org/drawingml/2006/main">
            <a:off x="6610350" y="3105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83" name="">
            <a:extLst xmlns:a="http://schemas.openxmlformats.org/drawingml/2006/main">
              <a:ext uri="{FF2B5EF4-FFF2-40B4-BE49-F238E27FC236}">
                <a16:creationId xmlns:a16="http://schemas.microsoft.com/office/drawing/2014/main" id="{9CBFA9E7-B0F0-46C4-922C-AD929A1C8F58}"/>
              </a:ext>
            </a:extLst>
          </p:cNvPr>
          <p:cNvSpPr>
            <a:spLocks xmlns:a="http://schemas.openxmlformats.org/drawingml/2006/main" noGrp="1"/>
          </p:cNvSpPr>
          <p:nvPr/>
        </p:nvSpPr>
        <p:spPr>
          <a:xfrm xmlns:a="http://schemas.openxmlformats.org/drawingml/2006/main">
            <a:off x="8763000" y="2943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84" name="">
            <a:extLst xmlns:a="http://schemas.openxmlformats.org/drawingml/2006/main">
              <a:ext uri="{FF2B5EF4-FFF2-40B4-BE49-F238E27FC236}">
                <a16:creationId xmlns:a16="http://schemas.microsoft.com/office/drawing/2014/main" id="{47C9CB2E-A51C-4332-AE7F-4244E5C6C7EF}"/>
              </a:ext>
            </a:extLst>
          </p:cNvPr>
          <p:cNvSpPr>
            <a:spLocks xmlns:a="http://schemas.openxmlformats.org/drawingml/2006/main" noGrp="1"/>
          </p:cNvSpPr>
          <p:nvPr/>
        </p:nvSpPr>
        <p:spPr>
          <a:xfrm xmlns:a="http://schemas.openxmlformats.org/drawingml/2006/main" flipH="0" flipV="0">
            <a:off x="6286500" y="3286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85" name="">
            <a:extLst xmlns:a="http://schemas.openxmlformats.org/drawingml/2006/main">
              <a:ext uri="{FF2B5EF4-FFF2-40B4-BE49-F238E27FC236}">
                <a16:creationId xmlns:a16="http://schemas.microsoft.com/office/drawing/2014/main" id="{0CFE6EAF-6D14-4931-9A54-37457CCE8657}"/>
              </a:ext>
            </a:extLst>
          </p:cNvPr>
          <p:cNvSpPr>
            <a:spLocks xmlns:a="http://schemas.openxmlformats.org/drawingml/2006/main" noGrp="1"/>
          </p:cNvSpPr>
          <p:nvPr/>
        </p:nvSpPr>
        <p:spPr>
          <a:xfrm xmlns:a="http://schemas.openxmlformats.org/drawingml/2006/main">
            <a:off x="6343650" y="3324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14</a:t>
            </a:r>
          </a:p>
        </p:txBody>
      </p:sp>
      <p:sp>
        <p:nvSpPr>
          <p:cNvPr id="86" name="">
            <a:extLst xmlns:a="http://schemas.openxmlformats.org/drawingml/2006/main">
              <a:ext uri="{FF2B5EF4-FFF2-40B4-BE49-F238E27FC236}">
                <a16:creationId xmlns:a16="http://schemas.microsoft.com/office/drawing/2014/main" id="{07F89E57-4DFC-488B-8618-F5EB01C3F486}"/>
              </a:ext>
            </a:extLst>
          </p:cNvPr>
          <p:cNvSpPr>
            <a:spLocks xmlns:a="http://schemas.openxmlformats.org/drawingml/2006/main" noGrp="1"/>
          </p:cNvSpPr>
          <p:nvPr/>
        </p:nvSpPr>
        <p:spPr>
          <a:xfrm xmlns:a="http://schemas.openxmlformats.org/drawingml/2006/main">
            <a:off x="6610350" y="3305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SWE-bench Verified</a:t>
            </a:r>
          </a:p>
        </p:txBody>
      </p:sp>
      <p:sp>
        <p:nvSpPr>
          <p:cNvPr id="87" name="">
            <a:extLst xmlns:a="http://schemas.openxmlformats.org/drawingml/2006/main">
              <a:ext uri="{FF2B5EF4-FFF2-40B4-BE49-F238E27FC236}">
                <a16:creationId xmlns:a16="http://schemas.microsoft.com/office/drawing/2014/main" id="{9748D9BA-CC38-4AF6-A1AA-49B4A18169ED}"/>
              </a:ext>
            </a:extLst>
          </p:cNvPr>
          <p:cNvSpPr>
            <a:spLocks xmlns:a="http://schemas.openxmlformats.org/drawingml/2006/main" noGrp="1"/>
          </p:cNvSpPr>
          <p:nvPr/>
        </p:nvSpPr>
        <p:spPr>
          <a:xfrm xmlns:a="http://schemas.openxmlformats.org/drawingml/2006/main">
            <a:off x="6610350" y="3486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88" name="">
            <a:extLst xmlns:a="http://schemas.openxmlformats.org/drawingml/2006/main">
              <a:ext uri="{FF2B5EF4-FFF2-40B4-BE49-F238E27FC236}">
                <a16:creationId xmlns:a16="http://schemas.microsoft.com/office/drawing/2014/main" id="{64FD3107-FB9F-4FF3-AD50-B6035E4AF622}"/>
              </a:ext>
            </a:extLst>
          </p:cNvPr>
          <p:cNvSpPr>
            <a:spLocks xmlns:a="http://schemas.openxmlformats.org/drawingml/2006/main" noGrp="1"/>
          </p:cNvSpPr>
          <p:nvPr/>
        </p:nvSpPr>
        <p:spPr>
          <a:xfrm xmlns:a="http://schemas.openxmlformats.org/drawingml/2006/main">
            <a:off x="8763000" y="3324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89" name="">
            <a:extLst xmlns:a="http://schemas.openxmlformats.org/drawingml/2006/main">
              <a:ext uri="{FF2B5EF4-FFF2-40B4-BE49-F238E27FC236}">
                <a16:creationId xmlns:a16="http://schemas.microsoft.com/office/drawing/2014/main" id="{B8BC7020-C0D7-434D-8E30-AC19AD94D26C}"/>
              </a:ext>
            </a:extLst>
          </p:cNvPr>
          <p:cNvSpPr>
            <a:spLocks xmlns:a="http://schemas.openxmlformats.org/drawingml/2006/main" noGrp="1"/>
          </p:cNvSpPr>
          <p:nvPr/>
        </p:nvSpPr>
        <p:spPr>
          <a:xfrm xmlns:a="http://schemas.openxmlformats.org/drawingml/2006/main" flipH="0" flipV="0">
            <a:off x="6286500" y="3667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90" name="">
            <a:extLst xmlns:a="http://schemas.openxmlformats.org/drawingml/2006/main">
              <a:ext uri="{FF2B5EF4-FFF2-40B4-BE49-F238E27FC236}">
                <a16:creationId xmlns:a16="http://schemas.microsoft.com/office/drawing/2014/main" id="{E92727C8-B7D2-4083-8778-844389060977}"/>
              </a:ext>
            </a:extLst>
          </p:cNvPr>
          <p:cNvSpPr>
            <a:spLocks xmlns:a="http://schemas.openxmlformats.org/drawingml/2006/main" noGrp="1"/>
          </p:cNvSpPr>
          <p:nvPr/>
        </p:nvSpPr>
        <p:spPr>
          <a:xfrm xmlns:a="http://schemas.openxmlformats.org/drawingml/2006/main">
            <a:off x="6286500" y="3676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5863F757-6694-4E51-ADAD-88B3B6B6CDEB}"/>
              </a:ext>
            </a:extLst>
          </p:cNvPr>
          <p:cNvSpPr>
            <a:spLocks xmlns:a="http://schemas.openxmlformats.org/drawingml/2006/main" noGrp="1"/>
          </p:cNvSpPr>
          <p:nvPr/>
        </p:nvSpPr>
        <p:spPr>
          <a:xfrm xmlns:a="http://schemas.openxmlformats.org/drawingml/2006/main">
            <a:off x="6343650" y="3705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15</a:t>
            </a:r>
          </a:p>
        </p:txBody>
      </p:sp>
      <p:sp>
        <p:nvSpPr>
          <p:cNvPr id="92" name="">
            <a:extLst xmlns:a="http://schemas.openxmlformats.org/drawingml/2006/main">
              <a:ext uri="{FF2B5EF4-FFF2-40B4-BE49-F238E27FC236}">
                <a16:creationId xmlns:a16="http://schemas.microsoft.com/office/drawing/2014/main" id="{78A9A604-AE80-473F-B0EF-FF20C8589903}"/>
              </a:ext>
            </a:extLst>
          </p:cNvPr>
          <p:cNvSpPr>
            <a:spLocks xmlns:a="http://schemas.openxmlformats.org/drawingml/2006/main" noGrp="1"/>
          </p:cNvSpPr>
          <p:nvPr/>
        </p:nvSpPr>
        <p:spPr>
          <a:xfrm xmlns:a="http://schemas.openxmlformats.org/drawingml/2006/main">
            <a:off x="6610350" y="3686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Terminal-Bench</a:t>
            </a:r>
          </a:p>
        </p:txBody>
      </p:sp>
      <p:sp>
        <p:nvSpPr>
          <p:cNvPr id="93" name="">
            <a:extLst xmlns:a="http://schemas.openxmlformats.org/drawingml/2006/main">
              <a:ext uri="{FF2B5EF4-FFF2-40B4-BE49-F238E27FC236}">
                <a16:creationId xmlns:a16="http://schemas.microsoft.com/office/drawing/2014/main" id="{2FA5080A-EBCB-4736-8520-E2E31F1B1CBF}"/>
              </a:ext>
            </a:extLst>
          </p:cNvPr>
          <p:cNvSpPr>
            <a:spLocks xmlns:a="http://schemas.openxmlformats.org/drawingml/2006/main" noGrp="1"/>
          </p:cNvSpPr>
          <p:nvPr/>
        </p:nvSpPr>
        <p:spPr>
          <a:xfrm xmlns:a="http://schemas.openxmlformats.org/drawingml/2006/main">
            <a:off x="6610350" y="3867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94" name="">
            <a:extLst xmlns:a="http://schemas.openxmlformats.org/drawingml/2006/main">
              <a:ext uri="{FF2B5EF4-FFF2-40B4-BE49-F238E27FC236}">
                <a16:creationId xmlns:a16="http://schemas.microsoft.com/office/drawing/2014/main" id="{F19C70B2-ED97-4E59-814D-22E8048E69A9}"/>
              </a:ext>
            </a:extLst>
          </p:cNvPr>
          <p:cNvSpPr>
            <a:spLocks xmlns:a="http://schemas.openxmlformats.org/drawingml/2006/main" noGrp="1"/>
          </p:cNvSpPr>
          <p:nvPr/>
        </p:nvSpPr>
        <p:spPr>
          <a:xfrm xmlns:a="http://schemas.openxmlformats.org/drawingml/2006/main">
            <a:off x="8763000" y="3705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95" name="">
            <a:extLst xmlns:a="http://schemas.openxmlformats.org/drawingml/2006/main">
              <a:ext uri="{FF2B5EF4-FFF2-40B4-BE49-F238E27FC236}">
                <a16:creationId xmlns:a16="http://schemas.microsoft.com/office/drawing/2014/main" id="{57F90FEE-1971-4B07-BF78-83EF39E492B4}"/>
              </a:ext>
            </a:extLst>
          </p:cNvPr>
          <p:cNvSpPr>
            <a:spLocks xmlns:a="http://schemas.openxmlformats.org/drawingml/2006/main" noGrp="1"/>
          </p:cNvSpPr>
          <p:nvPr/>
        </p:nvSpPr>
        <p:spPr>
          <a:xfrm xmlns:a="http://schemas.openxmlformats.org/drawingml/2006/main" flipH="0" flipV="0">
            <a:off x="6286500" y="4048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96" name="">
            <a:extLst xmlns:a="http://schemas.openxmlformats.org/drawingml/2006/main">
              <a:ext uri="{FF2B5EF4-FFF2-40B4-BE49-F238E27FC236}">
                <a16:creationId xmlns:a16="http://schemas.microsoft.com/office/drawing/2014/main" id="{A6A0C7A9-32A4-4C6C-9905-56B151300A35}"/>
              </a:ext>
            </a:extLst>
          </p:cNvPr>
          <p:cNvSpPr>
            <a:spLocks xmlns:a="http://schemas.openxmlformats.org/drawingml/2006/main" noGrp="1"/>
          </p:cNvSpPr>
          <p:nvPr/>
        </p:nvSpPr>
        <p:spPr>
          <a:xfrm xmlns:a="http://schemas.openxmlformats.org/drawingml/2006/main">
            <a:off x="6343650" y="4086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16</a:t>
            </a:r>
          </a:p>
        </p:txBody>
      </p:sp>
      <p:sp>
        <p:nvSpPr>
          <p:cNvPr id="97" name="">
            <a:extLst xmlns:a="http://schemas.openxmlformats.org/drawingml/2006/main">
              <a:ext uri="{FF2B5EF4-FFF2-40B4-BE49-F238E27FC236}">
                <a16:creationId xmlns:a16="http://schemas.microsoft.com/office/drawing/2014/main" id="{B58AA63C-9EE7-41F4-B32D-3010B7E1FE8D}"/>
              </a:ext>
            </a:extLst>
          </p:cNvPr>
          <p:cNvSpPr>
            <a:spLocks xmlns:a="http://schemas.openxmlformats.org/drawingml/2006/main" noGrp="1"/>
          </p:cNvSpPr>
          <p:nvPr/>
        </p:nvSpPr>
        <p:spPr>
          <a:xfrm xmlns:a="http://schemas.openxmlformats.org/drawingml/2006/main">
            <a:off x="6610350" y="4067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HumanEval / MBPP</a:t>
            </a:r>
          </a:p>
        </p:txBody>
      </p:sp>
      <p:sp>
        <p:nvSpPr>
          <p:cNvPr id="98" name="">
            <a:extLst xmlns:a="http://schemas.openxmlformats.org/drawingml/2006/main">
              <a:ext uri="{FF2B5EF4-FFF2-40B4-BE49-F238E27FC236}">
                <a16:creationId xmlns:a16="http://schemas.microsoft.com/office/drawing/2014/main" id="{206AAB28-DCE6-4BFC-8982-48E456686904}"/>
              </a:ext>
            </a:extLst>
          </p:cNvPr>
          <p:cNvSpPr>
            <a:spLocks xmlns:a="http://schemas.openxmlformats.org/drawingml/2006/main" noGrp="1"/>
          </p:cNvSpPr>
          <p:nvPr/>
        </p:nvSpPr>
        <p:spPr>
          <a:xfrm xmlns:a="http://schemas.openxmlformats.org/drawingml/2006/main">
            <a:off x="6610350" y="4248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99" name="">
            <a:extLst xmlns:a="http://schemas.openxmlformats.org/drawingml/2006/main">
              <a:ext uri="{FF2B5EF4-FFF2-40B4-BE49-F238E27FC236}">
                <a16:creationId xmlns:a16="http://schemas.microsoft.com/office/drawing/2014/main" id="{E7320BB8-62B1-4D34-8D52-20D95B73DBE5}"/>
              </a:ext>
            </a:extLst>
          </p:cNvPr>
          <p:cNvSpPr>
            <a:spLocks xmlns:a="http://schemas.openxmlformats.org/drawingml/2006/main" noGrp="1"/>
          </p:cNvSpPr>
          <p:nvPr/>
        </p:nvSpPr>
        <p:spPr>
          <a:xfrm xmlns:a="http://schemas.openxmlformats.org/drawingml/2006/main">
            <a:off x="8763000" y="4086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100" name="">
            <a:extLst xmlns:a="http://schemas.openxmlformats.org/drawingml/2006/main">
              <a:ext uri="{FF2B5EF4-FFF2-40B4-BE49-F238E27FC236}">
                <a16:creationId xmlns:a16="http://schemas.microsoft.com/office/drawing/2014/main" id="{872DB0F9-4625-4A3E-9070-8F76D742DC66}"/>
              </a:ext>
            </a:extLst>
          </p:cNvPr>
          <p:cNvSpPr>
            <a:spLocks xmlns:a="http://schemas.openxmlformats.org/drawingml/2006/main" noGrp="1"/>
          </p:cNvSpPr>
          <p:nvPr/>
        </p:nvSpPr>
        <p:spPr>
          <a:xfrm xmlns:a="http://schemas.openxmlformats.org/drawingml/2006/main" flipH="0" flipV="0">
            <a:off x="6286500" y="4429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01" name="">
            <a:extLst xmlns:a="http://schemas.openxmlformats.org/drawingml/2006/main">
              <a:ext uri="{FF2B5EF4-FFF2-40B4-BE49-F238E27FC236}">
                <a16:creationId xmlns:a16="http://schemas.microsoft.com/office/drawing/2014/main" id="{70CEE6C9-037F-4E4B-9815-A5FD88158397}"/>
              </a:ext>
            </a:extLst>
          </p:cNvPr>
          <p:cNvSpPr>
            <a:spLocks xmlns:a="http://schemas.openxmlformats.org/drawingml/2006/main" noGrp="1"/>
          </p:cNvSpPr>
          <p:nvPr/>
        </p:nvSpPr>
        <p:spPr>
          <a:xfrm xmlns:a="http://schemas.openxmlformats.org/drawingml/2006/main">
            <a:off x="6286500" y="4438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B02E827A-C207-4375-A02E-2D0C9EB007CD}"/>
              </a:ext>
            </a:extLst>
          </p:cNvPr>
          <p:cNvSpPr>
            <a:spLocks xmlns:a="http://schemas.openxmlformats.org/drawingml/2006/main" noGrp="1"/>
          </p:cNvSpPr>
          <p:nvPr/>
        </p:nvSpPr>
        <p:spPr>
          <a:xfrm xmlns:a="http://schemas.openxmlformats.org/drawingml/2006/main">
            <a:off x="6343650" y="4467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17</a:t>
            </a:r>
          </a:p>
        </p:txBody>
      </p:sp>
      <p:sp>
        <p:nvSpPr>
          <p:cNvPr id="103" name="">
            <a:extLst xmlns:a="http://schemas.openxmlformats.org/drawingml/2006/main">
              <a:ext uri="{FF2B5EF4-FFF2-40B4-BE49-F238E27FC236}">
                <a16:creationId xmlns:a16="http://schemas.microsoft.com/office/drawing/2014/main" id="{1C1E499A-7DB7-4D5D-9CE1-95FDAA9E5CE0}"/>
              </a:ext>
            </a:extLst>
          </p:cNvPr>
          <p:cNvSpPr>
            <a:spLocks xmlns:a="http://schemas.openxmlformats.org/drawingml/2006/main" noGrp="1"/>
          </p:cNvSpPr>
          <p:nvPr/>
        </p:nvSpPr>
        <p:spPr>
          <a:xfrm xmlns:a="http://schemas.openxmlformats.org/drawingml/2006/main">
            <a:off x="6610350" y="4448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LiveCodeBench</a:t>
            </a:r>
          </a:p>
        </p:txBody>
      </p:sp>
      <p:sp>
        <p:nvSpPr>
          <p:cNvPr id="104" name="">
            <a:extLst xmlns:a="http://schemas.openxmlformats.org/drawingml/2006/main">
              <a:ext uri="{FF2B5EF4-FFF2-40B4-BE49-F238E27FC236}">
                <a16:creationId xmlns:a16="http://schemas.microsoft.com/office/drawing/2014/main" id="{73121957-1777-4D32-9326-D5E67C64BC2D}"/>
              </a:ext>
            </a:extLst>
          </p:cNvPr>
          <p:cNvSpPr>
            <a:spLocks xmlns:a="http://schemas.openxmlformats.org/drawingml/2006/main" noGrp="1"/>
          </p:cNvSpPr>
          <p:nvPr/>
        </p:nvSpPr>
        <p:spPr>
          <a:xfrm xmlns:a="http://schemas.openxmlformats.org/drawingml/2006/main">
            <a:off x="6610350" y="4629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105" name="">
            <a:extLst xmlns:a="http://schemas.openxmlformats.org/drawingml/2006/main">
              <a:ext uri="{FF2B5EF4-FFF2-40B4-BE49-F238E27FC236}">
                <a16:creationId xmlns:a16="http://schemas.microsoft.com/office/drawing/2014/main" id="{FD9D007E-90DE-408C-8040-EBFF048FA213}"/>
              </a:ext>
            </a:extLst>
          </p:cNvPr>
          <p:cNvSpPr>
            <a:spLocks xmlns:a="http://schemas.openxmlformats.org/drawingml/2006/main" noGrp="1"/>
          </p:cNvSpPr>
          <p:nvPr/>
        </p:nvSpPr>
        <p:spPr>
          <a:xfrm xmlns:a="http://schemas.openxmlformats.org/drawingml/2006/main">
            <a:off x="8763000" y="4467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106" name="">
            <a:extLst xmlns:a="http://schemas.openxmlformats.org/drawingml/2006/main">
              <a:ext uri="{FF2B5EF4-FFF2-40B4-BE49-F238E27FC236}">
                <a16:creationId xmlns:a16="http://schemas.microsoft.com/office/drawing/2014/main" id="{691EF759-2F27-4A3D-AFB7-2229EED181F7}"/>
              </a:ext>
            </a:extLst>
          </p:cNvPr>
          <p:cNvSpPr>
            <a:spLocks xmlns:a="http://schemas.openxmlformats.org/drawingml/2006/main" noGrp="1"/>
          </p:cNvSpPr>
          <p:nvPr/>
        </p:nvSpPr>
        <p:spPr>
          <a:xfrm xmlns:a="http://schemas.openxmlformats.org/drawingml/2006/main" flipH="0" flipV="0">
            <a:off x="6286500" y="4810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07" name="">
            <a:extLst xmlns:a="http://schemas.openxmlformats.org/drawingml/2006/main">
              <a:ext uri="{FF2B5EF4-FFF2-40B4-BE49-F238E27FC236}">
                <a16:creationId xmlns:a16="http://schemas.microsoft.com/office/drawing/2014/main" id="{EB63E261-8C5E-4267-87F0-012B1F0323E7}"/>
              </a:ext>
            </a:extLst>
          </p:cNvPr>
          <p:cNvSpPr>
            <a:spLocks xmlns:a="http://schemas.openxmlformats.org/drawingml/2006/main" noGrp="1"/>
          </p:cNvSpPr>
          <p:nvPr/>
        </p:nvSpPr>
        <p:spPr>
          <a:xfrm xmlns:a="http://schemas.openxmlformats.org/drawingml/2006/main">
            <a:off x="6343650" y="4848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18</a:t>
            </a:r>
          </a:p>
        </p:txBody>
      </p:sp>
      <p:sp>
        <p:nvSpPr>
          <p:cNvPr id="108" name="">
            <a:extLst xmlns:a="http://schemas.openxmlformats.org/drawingml/2006/main">
              <a:ext uri="{FF2B5EF4-FFF2-40B4-BE49-F238E27FC236}">
                <a16:creationId xmlns:a16="http://schemas.microsoft.com/office/drawing/2014/main" id="{1972BFF6-747E-4961-B716-FB2735A5ABC0}"/>
              </a:ext>
            </a:extLst>
          </p:cNvPr>
          <p:cNvSpPr>
            <a:spLocks xmlns:a="http://schemas.openxmlformats.org/drawingml/2006/main" noGrp="1"/>
          </p:cNvSpPr>
          <p:nvPr/>
        </p:nvSpPr>
        <p:spPr>
          <a:xfrm xmlns:a="http://schemas.openxmlformats.org/drawingml/2006/main">
            <a:off x="6610350" y="4829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GAIA</a:t>
            </a:r>
          </a:p>
        </p:txBody>
      </p:sp>
      <p:sp>
        <p:nvSpPr>
          <p:cNvPr id="109" name="">
            <a:extLst xmlns:a="http://schemas.openxmlformats.org/drawingml/2006/main">
              <a:ext uri="{FF2B5EF4-FFF2-40B4-BE49-F238E27FC236}">
                <a16:creationId xmlns:a16="http://schemas.microsoft.com/office/drawing/2014/main" id="{7334EDCF-CB7D-4CEF-8066-CD41EFCCF76C}"/>
              </a:ext>
            </a:extLst>
          </p:cNvPr>
          <p:cNvSpPr>
            <a:spLocks xmlns:a="http://schemas.openxmlformats.org/drawingml/2006/main" noGrp="1"/>
          </p:cNvSpPr>
          <p:nvPr/>
        </p:nvSpPr>
        <p:spPr>
          <a:xfrm xmlns:a="http://schemas.openxmlformats.org/drawingml/2006/main">
            <a:off x="6610350" y="5010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110" name="">
            <a:extLst xmlns:a="http://schemas.openxmlformats.org/drawingml/2006/main">
              <a:ext uri="{FF2B5EF4-FFF2-40B4-BE49-F238E27FC236}">
                <a16:creationId xmlns:a16="http://schemas.microsoft.com/office/drawing/2014/main" id="{CEEF5AA9-8E59-4DE5-8538-CE15878FFF3A}"/>
              </a:ext>
            </a:extLst>
          </p:cNvPr>
          <p:cNvSpPr>
            <a:spLocks xmlns:a="http://schemas.openxmlformats.org/drawingml/2006/main" noGrp="1"/>
          </p:cNvSpPr>
          <p:nvPr/>
        </p:nvSpPr>
        <p:spPr>
          <a:xfrm xmlns:a="http://schemas.openxmlformats.org/drawingml/2006/main">
            <a:off x="8763000" y="4848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111" name="">
            <a:extLst xmlns:a="http://schemas.openxmlformats.org/drawingml/2006/main">
              <a:ext uri="{FF2B5EF4-FFF2-40B4-BE49-F238E27FC236}">
                <a16:creationId xmlns:a16="http://schemas.microsoft.com/office/drawing/2014/main" id="{CB3ED7D4-D6A2-45E6-9C23-CBEB2C7BDEDE}"/>
              </a:ext>
            </a:extLst>
          </p:cNvPr>
          <p:cNvSpPr>
            <a:spLocks xmlns:a="http://schemas.openxmlformats.org/drawingml/2006/main" noGrp="1"/>
          </p:cNvSpPr>
          <p:nvPr/>
        </p:nvSpPr>
        <p:spPr>
          <a:xfrm xmlns:a="http://schemas.openxmlformats.org/drawingml/2006/main" flipH="0" flipV="0">
            <a:off x="6286500" y="5191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12" name="">
            <a:extLst xmlns:a="http://schemas.openxmlformats.org/drawingml/2006/main">
              <a:ext uri="{FF2B5EF4-FFF2-40B4-BE49-F238E27FC236}">
                <a16:creationId xmlns:a16="http://schemas.microsoft.com/office/drawing/2014/main" id="{D7893307-DC8D-421E-9B5C-5D584C4046FA}"/>
              </a:ext>
            </a:extLst>
          </p:cNvPr>
          <p:cNvSpPr>
            <a:spLocks xmlns:a="http://schemas.openxmlformats.org/drawingml/2006/main" noGrp="1"/>
          </p:cNvSpPr>
          <p:nvPr/>
        </p:nvSpPr>
        <p:spPr>
          <a:xfrm xmlns:a="http://schemas.openxmlformats.org/drawingml/2006/main">
            <a:off x="6286500" y="5200650"/>
            <a:ext cx="5286375" cy="3714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E15B96ED-F0F4-4874-AC42-8134D9561866}"/>
              </a:ext>
            </a:extLst>
          </p:cNvPr>
          <p:cNvSpPr>
            <a:spLocks xmlns:a="http://schemas.openxmlformats.org/drawingml/2006/main" noGrp="1"/>
          </p:cNvSpPr>
          <p:nvPr/>
        </p:nvSpPr>
        <p:spPr>
          <a:xfrm xmlns:a="http://schemas.openxmlformats.org/drawingml/2006/main">
            <a:off x="6343650" y="5229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19</a:t>
            </a:r>
          </a:p>
        </p:txBody>
      </p:sp>
      <p:sp>
        <p:nvSpPr>
          <p:cNvPr id="114" name="">
            <a:extLst xmlns:a="http://schemas.openxmlformats.org/drawingml/2006/main">
              <a:ext uri="{FF2B5EF4-FFF2-40B4-BE49-F238E27FC236}">
                <a16:creationId xmlns:a16="http://schemas.microsoft.com/office/drawing/2014/main" id="{37124D78-9640-43B6-92BC-3A22A1485632}"/>
              </a:ext>
            </a:extLst>
          </p:cNvPr>
          <p:cNvSpPr>
            <a:spLocks xmlns:a="http://schemas.openxmlformats.org/drawingml/2006/main" noGrp="1"/>
          </p:cNvSpPr>
          <p:nvPr/>
        </p:nvSpPr>
        <p:spPr>
          <a:xfrm xmlns:a="http://schemas.openxmlformats.org/drawingml/2006/main">
            <a:off x="6610350" y="5210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τ-bench pass^k</a:t>
            </a:r>
          </a:p>
        </p:txBody>
      </p:sp>
      <p:sp>
        <p:nvSpPr>
          <p:cNvPr id="115" name="">
            <a:extLst xmlns:a="http://schemas.openxmlformats.org/drawingml/2006/main">
              <a:ext uri="{FF2B5EF4-FFF2-40B4-BE49-F238E27FC236}">
                <a16:creationId xmlns:a16="http://schemas.microsoft.com/office/drawing/2014/main" id="{68025460-D4B7-4343-8D68-22BFC892F19C}"/>
              </a:ext>
            </a:extLst>
          </p:cNvPr>
          <p:cNvSpPr>
            <a:spLocks xmlns:a="http://schemas.openxmlformats.org/drawingml/2006/main" noGrp="1"/>
          </p:cNvSpPr>
          <p:nvPr/>
        </p:nvSpPr>
        <p:spPr>
          <a:xfrm xmlns:a="http://schemas.openxmlformats.org/drawingml/2006/main">
            <a:off x="6610350" y="5391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116" name="">
            <a:extLst xmlns:a="http://schemas.openxmlformats.org/drawingml/2006/main">
              <a:ext uri="{FF2B5EF4-FFF2-40B4-BE49-F238E27FC236}">
                <a16:creationId xmlns:a16="http://schemas.microsoft.com/office/drawing/2014/main" id="{ACE7CB93-A6B3-429E-B0E4-19E43C12117F}"/>
              </a:ext>
            </a:extLst>
          </p:cNvPr>
          <p:cNvSpPr>
            <a:spLocks xmlns:a="http://schemas.openxmlformats.org/drawingml/2006/main" noGrp="1"/>
          </p:cNvSpPr>
          <p:nvPr/>
        </p:nvSpPr>
        <p:spPr>
          <a:xfrm xmlns:a="http://schemas.openxmlformats.org/drawingml/2006/main">
            <a:off x="8763000" y="5229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117" name="">
            <a:extLst xmlns:a="http://schemas.openxmlformats.org/drawingml/2006/main">
              <a:ext uri="{FF2B5EF4-FFF2-40B4-BE49-F238E27FC236}">
                <a16:creationId xmlns:a16="http://schemas.microsoft.com/office/drawing/2014/main" id="{CE44EDC5-B471-4A15-B0E1-4FA2F5BC5F43}"/>
              </a:ext>
            </a:extLst>
          </p:cNvPr>
          <p:cNvSpPr>
            <a:spLocks xmlns:a="http://schemas.openxmlformats.org/drawingml/2006/main" noGrp="1"/>
          </p:cNvSpPr>
          <p:nvPr/>
        </p:nvSpPr>
        <p:spPr>
          <a:xfrm xmlns:a="http://schemas.openxmlformats.org/drawingml/2006/main" flipH="0" flipV="0">
            <a:off x="6286500" y="5572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18" name="">
            <a:extLst xmlns:a="http://schemas.openxmlformats.org/drawingml/2006/main">
              <a:ext uri="{FF2B5EF4-FFF2-40B4-BE49-F238E27FC236}">
                <a16:creationId xmlns:a16="http://schemas.microsoft.com/office/drawing/2014/main" id="{EED201A5-E7BE-4F9C-8D87-877594554789}"/>
              </a:ext>
            </a:extLst>
          </p:cNvPr>
          <p:cNvSpPr>
            <a:spLocks xmlns:a="http://schemas.openxmlformats.org/drawingml/2006/main" noGrp="1"/>
          </p:cNvSpPr>
          <p:nvPr/>
        </p:nvSpPr>
        <p:spPr>
          <a:xfrm xmlns:a="http://schemas.openxmlformats.org/drawingml/2006/main">
            <a:off x="6343650" y="5610225"/>
            <a:ext cx="24765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1">
                <a:solidFill>
                  <a:srgbClr val="64748B"/>
                </a:solidFill>
                <a:latin typeface="Arial"/>
                <a:ea typeface="Arial"/>
                <a:cs typeface="Arial"/>
              </a:defRPr>
            </a:pPr>
            <a:r>
              <a:rPr sz="675" b="1">
                <a:solidFill>
                  <a:srgbClr val="64748B"/>
                </a:solidFill>
                <a:latin typeface="Arial"/>
                <a:ea typeface="Arial"/>
                <a:cs typeface="Arial"/>
              </a:rPr>
              <a:t>20</a:t>
            </a:r>
          </a:p>
        </p:txBody>
      </p:sp>
      <p:sp>
        <p:nvSpPr>
          <p:cNvPr id="119" name="">
            <a:extLst xmlns:a="http://schemas.openxmlformats.org/drawingml/2006/main">
              <a:ext uri="{FF2B5EF4-FFF2-40B4-BE49-F238E27FC236}">
                <a16:creationId xmlns:a16="http://schemas.microsoft.com/office/drawing/2014/main" id="{CBFA4240-B024-4F2D-A40F-D351337F368A}"/>
              </a:ext>
            </a:extLst>
          </p:cNvPr>
          <p:cNvSpPr>
            <a:spLocks xmlns:a="http://schemas.openxmlformats.org/drawingml/2006/main" noGrp="1"/>
          </p:cNvSpPr>
          <p:nvPr/>
        </p:nvSpPr>
        <p:spPr>
          <a:xfrm xmlns:a="http://schemas.openxmlformats.org/drawingml/2006/main">
            <a:off x="6610350" y="5591175"/>
            <a:ext cx="204787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152338"/>
                </a:solidFill>
                <a:latin typeface="Arial"/>
                <a:ea typeface="Arial"/>
                <a:cs typeface="Arial"/>
              </a:defRPr>
            </a:pPr>
            <a:r>
              <a:rPr sz="750" b="1">
                <a:solidFill>
                  <a:srgbClr val="152338"/>
                </a:solidFill>
                <a:latin typeface="Arial"/>
                <a:ea typeface="Arial"/>
                <a:cs typeface="Arial"/>
              </a:rPr>
              <a:t>AgentBench</a:t>
            </a:r>
          </a:p>
        </p:txBody>
      </p:sp>
      <p:sp>
        <p:nvSpPr>
          <p:cNvPr id="120" name="">
            <a:extLst xmlns:a="http://schemas.openxmlformats.org/drawingml/2006/main">
              <a:ext uri="{FF2B5EF4-FFF2-40B4-BE49-F238E27FC236}">
                <a16:creationId xmlns:a16="http://schemas.microsoft.com/office/drawing/2014/main" id="{751E3109-1A4B-4FB3-A79F-46823842C7C8}"/>
              </a:ext>
            </a:extLst>
          </p:cNvPr>
          <p:cNvSpPr>
            <a:spLocks xmlns:a="http://schemas.openxmlformats.org/drawingml/2006/main" noGrp="1"/>
          </p:cNvSpPr>
          <p:nvPr/>
        </p:nvSpPr>
        <p:spPr>
          <a:xfrm xmlns:a="http://schemas.openxmlformats.org/drawingml/2006/main">
            <a:off x="6610350" y="5772150"/>
            <a:ext cx="2095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00" b="1">
                <a:solidFill>
                  <a:srgbClr val="64748B"/>
                </a:solidFill>
                <a:latin typeface="Arial"/>
                <a:ea typeface="Arial"/>
                <a:cs typeface="Arial"/>
              </a:defRPr>
            </a:pPr>
            <a:r>
              <a:rPr sz="600" b="1">
                <a:solidFill>
                  <a:srgbClr val="64748B"/>
                </a:solidFill>
                <a:latin typeface="Arial"/>
                <a:ea typeface="Arial"/>
                <a:cs typeface="Arial"/>
              </a:rPr>
              <a:t>未测 · 业界基准</a:t>
            </a:r>
          </a:p>
        </p:txBody>
      </p:sp>
      <p:sp>
        <p:nvSpPr>
          <p:cNvPr id="121" name="">
            <a:extLst xmlns:a="http://schemas.openxmlformats.org/drawingml/2006/main">
              <a:ext uri="{FF2B5EF4-FFF2-40B4-BE49-F238E27FC236}">
                <a16:creationId xmlns:a16="http://schemas.microsoft.com/office/drawing/2014/main" id="{19F5E3DD-1018-41AD-9A24-91E92E8143B8}"/>
              </a:ext>
            </a:extLst>
          </p:cNvPr>
          <p:cNvSpPr>
            <a:spLocks xmlns:a="http://schemas.openxmlformats.org/drawingml/2006/main" noGrp="1"/>
          </p:cNvSpPr>
          <p:nvPr/>
        </p:nvSpPr>
        <p:spPr>
          <a:xfrm xmlns:a="http://schemas.openxmlformats.org/drawingml/2006/main">
            <a:off x="8763000" y="5610225"/>
            <a:ext cx="2743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675" b="0">
                <a:solidFill>
                  <a:srgbClr val="152338"/>
                </a:solidFill>
                <a:latin typeface="Arial"/>
                <a:ea typeface="Arial"/>
                <a:cs typeface="Arial"/>
              </a:defRPr>
            </a:pPr>
            <a:r>
              <a:rPr sz="675" b="0">
                <a:solidFill>
                  <a:srgbClr val="152338"/>
                </a:solidFill>
                <a:latin typeface="Arial"/>
                <a:ea typeface="Arial"/>
                <a:cs typeface="Arial"/>
              </a:rPr>
              <a:t>未跑</a:t>
            </a:r>
          </a:p>
        </p:txBody>
      </p:sp>
      <p:sp>
        <p:nvSpPr>
          <p:cNvPr id="122" name="">
            <a:extLst xmlns:a="http://schemas.openxmlformats.org/drawingml/2006/main">
              <a:ext uri="{FF2B5EF4-FFF2-40B4-BE49-F238E27FC236}">
                <a16:creationId xmlns:a16="http://schemas.microsoft.com/office/drawing/2014/main" id="{5B332377-4982-4101-AAC3-C141A1EF65ED}"/>
              </a:ext>
            </a:extLst>
          </p:cNvPr>
          <p:cNvSpPr>
            <a:spLocks xmlns:a="http://schemas.openxmlformats.org/drawingml/2006/main" noGrp="1"/>
          </p:cNvSpPr>
          <p:nvPr/>
        </p:nvSpPr>
        <p:spPr>
          <a:xfrm xmlns:a="http://schemas.openxmlformats.org/drawingml/2006/main" flipH="0" flipV="0">
            <a:off x="6286500" y="5953125"/>
            <a:ext cx="5286375" cy="95"/>
          </a:xfrm>
          <a:prstGeom xmlns:a="http://schemas.openxmlformats.org/drawingml/2006/main" prst="line">
            <a:avLst/>
          </a:prstGeom>
          <a:noFill xmlns:a="http://schemas.openxmlformats.org/drawingml/2006/main"/>
          <a:ln xmlns:a="http://schemas.openxmlformats.org/drawingml/2006/main" w="5715">
            <a:solidFill>
              <a:srgbClr val="D9DEE5"/>
            </a:solidFill>
          </a:ln>
        </p:spPr>
      </p:sp>
      <p:sp>
        <p:nvSpPr>
          <p:cNvPr id="123" name="">
            <a:extLst xmlns:a="http://schemas.openxmlformats.org/drawingml/2006/main">
              <a:ext uri="{FF2B5EF4-FFF2-40B4-BE49-F238E27FC236}">
                <a16:creationId xmlns:a16="http://schemas.microsoft.com/office/drawing/2014/main" id="{C2A5AF26-D72F-41B8-B0A2-9F18978BF318}"/>
              </a:ext>
            </a:extLst>
          </p:cNvPr>
          <p:cNvSpPr>
            <a:spLocks xmlns:a="http://schemas.openxmlformats.org/drawingml/2006/main" noGrp="1"/>
          </p:cNvSpPr>
          <p:nvPr/>
        </p:nvSpPr>
        <p:spPr>
          <a:xfrm xmlns:a="http://schemas.openxmlformats.org/drawingml/2006/main">
            <a:off x="657225" y="6115050"/>
            <a:ext cx="107346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业界区间仅作测量口径参考；“未测”不等于劣于行业。完整下一步动作见 content-plan-v3.json。</a:t>
            </a:r>
          </a:p>
        </p:txBody>
      </p:sp>
    </p:spTree>
    <p:extLst>
      <p:ext uri="{BB962C8B-B14F-4D97-AF65-F5344CB8AC3E}">
        <p14:creationId xmlns:p14="http://schemas.microsoft.com/office/powerpoint/2010/main" val="1884255109"/>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86D5E289-4EC6-4823-93C7-95A79B438936}"/>
              </a:ext>
            </a:extLst>
          </p:cNvPr>
          <p:cNvSpPr>
            <a:spLocks xmlns:a="http://schemas.openxmlformats.org/drawingml/2006/main" noGrp="1"/>
          </p:cNvSpPr>
          <p:nvPr/>
        </p:nvSpPr>
        <p:spPr>
          <a:xfrm xmlns:a="http://schemas.openxmlformats.org/drawingml/2006/main">
            <a:off x="609600" y="266700"/>
            <a:ext cx="742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75" b="1">
                <a:solidFill>
                  <a:srgbClr val="315EF6"/>
                </a:solidFill>
                <a:latin typeface="Arial"/>
                <a:ea typeface="Arial"/>
                <a:cs typeface="Arial"/>
              </a:defRPr>
            </a:pPr>
            <a:r>
              <a:rPr sz="975" b="1">
                <a:solidFill>
                  <a:srgbClr val="315EF6"/>
                </a:solidFill>
                <a:latin typeface="Arial"/>
                <a:ea typeface="Arial"/>
                <a:cs typeface="Arial"/>
              </a:rPr>
              <a:t>附录 B · 业界证据</a:t>
            </a:r>
          </a:p>
        </p:txBody>
      </p:sp>
      <p:sp>
        <p:nvSpPr>
          <p:cNvPr id="2" name="">
            <a:extLst xmlns:a="http://schemas.openxmlformats.org/drawingml/2006/main">
              <a:ext uri="{FF2B5EF4-FFF2-40B4-BE49-F238E27FC236}">
                <a16:creationId xmlns:a16="http://schemas.microsoft.com/office/drawing/2014/main" id="{74BD7FC6-076D-416F-8A88-C2E66B03EEB2}"/>
              </a:ext>
            </a:extLst>
          </p:cNvPr>
          <p:cNvSpPr>
            <a:spLocks xmlns:a="http://schemas.openxmlformats.org/drawingml/2006/main" noGrp="1"/>
          </p:cNvSpPr>
          <p:nvPr/>
        </p:nvSpPr>
        <p:spPr>
          <a:xfrm xmlns:a="http://schemas.openxmlformats.org/drawingml/2006/main">
            <a:off x="609600" y="5429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2550" b="1">
                <a:solidFill>
                  <a:srgbClr val="152338"/>
                </a:solidFill>
                <a:latin typeface="Arial"/>
                <a:ea typeface="Arial"/>
                <a:cs typeface="Arial"/>
              </a:defRPr>
            </a:pPr>
            <a:r>
              <a:rPr sz="2550" b="1">
                <a:solidFill>
                  <a:srgbClr val="152338"/>
                </a:solidFill>
                <a:latin typeface="Arial"/>
                <a:ea typeface="Arial"/>
                <a:cs typeface="Arial"/>
              </a:rPr>
              <a:t>业界信号与工程实践：提供设计启发，不替代我们的测评</a:t>
            </a:r>
          </a:p>
        </p:txBody>
      </p:sp>
      <p:sp>
        <p:nvSpPr>
          <p:cNvPr id="3" name="">
            <a:extLst xmlns:a="http://schemas.openxmlformats.org/drawingml/2006/main">
              <a:ext uri="{FF2B5EF4-FFF2-40B4-BE49-F238E27FC236}">
                <a16:creationId xmlns:a16="http://schemas.microsoft.com/office/drawing/2014/main" id="{B1939715-6AFA-481A-AEE4-945C0F045213}"/>
              </a:ext>
            </a:extLst>
          </p:cNvPr>
          <p:cNvSpPr>
            <a:spLocks xmlns:a="http://schemas.openxmlformats.org/drawingml/2006/main" noGrp="1"/>
          </p:cNvSpPr>
          <p:nvPr/>
        </p:nvSpPr>
        <p:spPr>
          <a:xfrm xmlns:a="http://schemas.openxmlformats.org/drawingml/2006/main">
            <a:off x="628650" y="10858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0">
                <a:solidFill>
                  <a:srgbClr val="64748B"/>
                </a:solidFill>
                <a:latin typeface="Arial"/>
                <a:ea typeface="Arial"/>
                <a:cs typeface="Arial"/>
              </a:defRPr>
            </a:pPr>
            <a:r>
              <a:rPr sz="1200" b="0">
                <a:solidFill>
                  <a:srgbClr val="64748B"/>
                </a:solidFill>
                <a:latin typeface="Arial"/>
                <a:ea typeface="Arial"/>
                <a:cs typeface="Arial"/>
              </a:rPr>
              <a:t>观察研究、团队遥测、受控实验与个案报道的样本/方法不同</a:t>
            </a:r>
          </a:p>
        </p:txBody>
      </p:sp>
      <p:sp>
        <p:nvSpPr>
          <p:cNvPr id="4" name="">
            <a:extLst xmlns:a="http://schemas.openxmlformats.org/drawingml/2006/main">
              <a:ext uri="{FF2B5EF4-FFF2-40B4-BE49-F238E27FC236}">
                <a16:creationId xmlns:a16="http://schemas.microsoft.com/office/drawing/2014/main" id="{5B83BC48-699B-40CD-BB18-1284E35A8B8B}"/>
              </a:ext>
            </a:extLst>
          </p:cNvPr>
          <p:cNvSpPr>
            <a:spLocks xmlns:a="http://schemas.openxmlformats.org/drawingml/2006/main" noGrp="1"/>
          </p:cNvSpPr>
          <p:nvPr/>
        </p:nvSpPr>
        <p:spPr>
          <a:xfrm xmlns:a="http://schemas.openxmlformats.org/drawingml/2006/main" flipH="0" flipV="0">
            <a:off x="609600" y="6438900"/>
            <a:ext cx="1097280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5" name="">
            <a:extLst xmlns:a="http://schemas.openxmlformats.org/drawingml/2006/main">
              <a:ext uri="{FF2B5EF4-FFF2-40B4-BE49-F238E27FC236}">
                <a16:creationId xmlns:a16="http://schemas.microsoft.com/office/drawing/2014/main" id="{B1AE2745-73DB-420D-B7AF-65C7CC5FB7A3}"/>
              </a:ext>
            </a:extLst>
          </p:cNvPr>
          <p:cNvSpPr>
            <a:spLocks xmlns:a="http://schemas.openxmlformats.org/drawingml/2006/main" noGrp="1"/>
          </p:cNvSpPr>
          <p:nvPr/>
        </p:nvSpPr>
        <p:spPr>
          <a:xfrm xmlns:a="http://schemas.openxmlformats.org/drawingml/2006/main">
            <a:off x="609600" y="6496050"/>
            <a:ext cx="3333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1">
                <a:solidFill>
                  <a:srgbClr val="64748B"/>
                </a:solidFill>
                <a:latin typeface="Arial"/>
                <a:ea typeface="Arial"/>
                <a:cs typeface="Arial"/>
              </a:defRPr>
            </a:pPr>
            <a:r>
              <a:rPr sz="750" b="1">
                <a:solidFill>
                  <a:srgbClr val="64748B"/>
                </a:solidFill>
                <a:latin typeface="Arial"/>
                <a:ea typeface="Arial"/>
                <a:cs typeface="Arial"/>
              </a:rPr>
              <a:t>ARCHGRAPH  /  09</a:t>
            </a:r>
          </a:p>
        </p:txBody>
      </p:sp>
      <p:sp>
        <p:nvSpPr>
          <p:cNvPr id="6" name="">
            <a:extLst xmlns:a="http://schemas.openxmlformats.org/drawingml/2006/main">
              <a:ext uri="{FF2B5EF4-FFF2-40B4-BE49-F238E27FC236}">
                <a16:creationId xmlns:a16="http://schemas.microsoft.com/office/drawing/2014/main" id="{77F80B23-C0F8-4146-AA2C-257FF77A8FED}"/>
              </a:ext>
            </a:extLst>
          </p:cNvPr>
          <p:cNvSpPr>
            <a:spLocks xmlns:a="http://schemas.openxmlformats.org/drawingml/2006/main" noGrp="1"/>
          </p:cNvSpPr>
          <p:nvPr/>
        </p:nvSpPr>
        <p:spPr>
          <a:xfrm xmlns:a="http://schemas.openxmlformats.org/drawingml/2006/main">
            <a:off x="6572250" y="6496050"/>
            <a:ext cx="50101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C365AA7E-1919-44E4-8889-BCE23E7ADC38}"/>
              </a:ext>
            </a:extLst>
          </p:cNvPr>
          <p:cNvSpPr>
            <a:spLocks xmlns:a="http://schemas.openxmlformats.org/drawingml/2006/main" noGrp="1"/>
          </p:cNvSpPr>
          <p:nvPr/>
        </p:nvSpPr>
        <p:spPr>
          <a:xfrm xmlns:a="http://schemas.openxmlformats.org/drawingml/2006/main">
            <a:off x="647700" y="19716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3225" b="1">
                <a:solidFill>
                  <a:srgbClr val="315EF6"/>
                </a:solidFill>
                <a:latin typeface="Arial"/>
                <a:ea typeface="Arial"/>
                <a:cs typeface="Arial"/>
              </a:defRPr>
            </a:pPr>
            <a:r>
              <a:rPr sz="3225" b="1">
                <a:solidFill>
                  <a:srgbClr val="315EF6"/>
                </a:solidFill>
                <a:latin typeface="Arial"/>
                <a:ea typeface="Arial"/>
                <a:cs typeface="Arial"/>
              </a:rPr>
              <a:t>4×</a:t>
            </a:r>
          </a:p>
        </p:txBody>
      </p:sp>
      <p:sp>
        <p:nvSpPr>
          <p:cNvPr id="8" name="">
            <a:extLst xmlns:a="http://schemas.openxmlformats.org/drawingml/2006/main">
              <a:ext uri="{FF2B5EF4-FFF2-40B4-BE49-F238E27FC236}">
                <a16:creationId xmlns:a16="http://schemas.microsoft.com/office/drawing/2014/main" id="{C33AD726-F761-425D-8665-65EBEBA6B25E}"/>
              </a:ext>
            </a:extLst>
          </p:cNvPr>
          <p:cNvSpPr>
            <a:spLocks xmlns:a="http://schemas.openxmlformats.org/drawingml/2006/main" noGrp="1"/>
          </p:cNvSpPr>
          <p:nvPr/>
        </p:nvSpPr>
        <p:spPr>
          <a:xfrm xmlns:a="http://schemas.openxmlformats.org/drawingml/2006/main">
            <a:off x="647700" y="26193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52338"/>
                </a:solidFill>
                <a:latin typeface="Arial"/>
                <a:ea typeface="Arial"/>
                <a:cs typeface="Arial"/>
              </a:defRPr>
            </a:pPr>
            <a:r>
              <a:rPr sz="1125" b="1">
                <a:solidFill>
                  <a:srgbClr val="152338"/>
                </a:solidFill>
                <a:latin typeface="Arial"/>
                <a:ea typeface="Arial"/>
                <a:cs typeface="Arial"/>
              </a:rPr>
              <a:t>重复代码块</a:t>
            </a:r>
          </a:p>
        </p:txBody>
      </p:sp>
      <p:sp>
        <p:nvSpPr>
          <p:cNvPr id="9" name="">
            <a:extLst xmlns:a="http://schemas.openxmlformats.org/drawingml/2006/main">
              <a:ext uri="{FF2B5EF4-FFF2-40B4-BE49-F238E27FC236}">
                <a16:creationId xmlns:a16="http://schemas.microsoft.com/office/drawing/2014/main" id="{D20A93DF-26F0-4CD3-8099-9DBC172734CC}"/>
              </a:ext>
            </a:extLst>
          </p:cNvPr>
          <p:cNvSpPr>
            <a:spLocks xmlns:a="http://schemas.openxmlformats.org/drawingml/2006/main" noGrp="1"/>
          </p:cNvSpPr>
          <p:nvPr/>
        </p:nvSpPr>
        <p:spPr>
          <a:xfrm xmlns:a="http://schemas.openxmlformats.org/drawingml/2006/main">
            <a:off x="647700" y="29718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GitClear 2020–2024 样本；不能单独归因于 AI</a:t>
            </a:r>
          </a:p>
        </p:txBody>
      </p:sp>
      <p:sp>
        <p:nvSpPr>
          <p:cNvPr id="10" name="">
            <a:extLst xmlns:a="http://schemas.openxmlformats.org/drawingml/2006/main">
              <a:ext uri="{FF2B5EF4-FFF2-40B4-BE49-F238E27FC236}">
                <a16:creationId xmlns:a16="http://schemas.microsoft.com/office/drawing/2014/main" id="{73B30789-8046-4986-A6A9-18E1C031A184}"/>
              </a:ext>
            </a:extLst>
          </p:cNvPr>
          <p:cNvSpPr>
            <a:spLocks xmlns:a="http://schemas.openxmlformats.org/drawingml/2006/main" noGrp="1"/>
          </p:cNvSpPr>
          <p:nvPr/>
        </p:nvSpPr>
        <p:spPr>
          <a:xfrm xmlns:a="http://schemas.openxmlformats.org/drawingml/2006/main" flipH="0" flipV="0">
            <a:off x="3171825" y="1981200"/>
            <a:ext cx="95" cy="155257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11" name="">
            <a:extLst xmlns:a="http://schemas.openxmlformats.org/drawingml/2006/main">
              <a:ext uri="{FF2B5EF4-FFF2-40B4-BE49-F238E27FC236}">
                <a16:creationId xmlns:a16="http://schemas.microsoft.com/office/drawing/2014/main" id="{C385E0B4-7940-4E5F-8333-678AD1F6B629}"/>
              </a:ext>
            </a:extLst>
          </p:cNvPr>
          <p:cNvSpPr>
            <a:spLocks xmlns:a="http://schemas.openxmlformats.org/drawingml/2006/main" noGrp="1"/>
          </p:cNvSpPr>
          <p:nvPr/>
        </p:nvSpPr>
        <p:spPr>
          <a:xfrm xmlns:a="http://schemas.openxmlformats.org/drawingml/2006/main">
            <a:off x="3381375" y="19716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3225" b="1">
                <a:solidFill>
                  <a:srgbClr val="14866D"/>
                </a:solidFill>
                <a:latin typeface="Arial"/>
                <a:ea typeface="Arial"/>
                <a:cs typeface="Arial"/>
              </a:defRPr>
            </a:pPr>
            <a:r>
              <a:rPr sz="3225" b="1">
                <a:solidFill>
                  <a:srgbClr val="14866D"/>
                </a:solidFill>
                <a:latin typeface="Arial"/>
                <a:ea typeface="Arial"/>
                <a:cs typeface="Arial"/>
              </a:rPr>
              <a:t>30%</a:t>
            </a:r>
          </a:p>
        </p:txBody>
      </p:sp>
      <p:sp>
        <p:nvSpPr>
          <p:cNvPr id="12" name="">
            <a:extLst xmlns:a="http://schemas.openxmlformats.org/drawingml/2006/main">
              <a:ext uri="{FF2B5EF4-FFF2-40B4-BE49-F238E27FC236}">
                <a16:creationId xmlns:a16="http://schemas.microsoft.com/office/drawing/2014/main" id="{4B49F024-D59C-47D5-9B6E-F81CC4166D16}"/>
              </a:ext>
            </a:extLst>
          </p:cNvPr>
          <p:cNvSpPr>
            <a:spLocks xmlns:a="http://schemas.openxmlformats.org/drawingml/2006/main" noGrp="1"/>
          </p:cNvSpPr>
          <p:nvPr/>
        </p:nvSpPr>
        <p:spPr>
          <a:xfrm xmlns:a="http://schemas.openxmlformats.org/drawingml/2006/main">
            <a:off x="3381375" y="26193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52338"/>
                </a:solidFill>
                <a:latin typeface="Arial"/>
                <a:ea typeface="Arial"/>
                <a:cs typeface="Arial"/>
              </a:defRPr>
            </a:pPr>
            <a:r>
              <a:rPr sz="1125" b="1">
                <a:solidFill>
                  <a:srgbClr val="152338"/>
                </a:solidFill>
                <a:latin typeface="Arial"/>
                <a:ea typeface="Arial"/>
                <a:cs typeface="Arial"/>
              </a:rPr>
              <a:t>几乎不信任 AI 代码</a:t>
            </a:r>
          </a:p>
        </p:txBody>
      </p:sp>
      <p:sp>
        <p:nvSpPr>
          <p:cNvPr id="13" name="">
            <a:extLst xmlns:a="http://schemas.openxmlformats.org/drawingml/2006/main">
              <a:ext uri="{FF2B5EF4-FFF2-40B4-BE49-F238E27FC236}">
                <a16:creationId xmlns:a16="http://schemas.microsoft.com/office/drawing/2014/main" id="{73F107CE-3B6B-43EF-B734-6C03D4C3CE9C}"/>
              </a:ext>
            </a:extLst>
          </p:cNvPr>
          <p:cNvSpPr>
            <a:spLocks xmlns:a="http://schemas.openxmlformats.org/drawingml/2006/main" noGrp="1"/>
          </p:cNvSpPr>
          <p:nvPr/>
        </p:nvSpPr>
        <p:spPr>
          <a:xfrm xmlns:a="http://schemas.openxmlformats.org/drawingml/2006/main">
            <a:off x="3381375" y="29718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DORA 2025 · 30% 对 AI 生成代码信任偏低</a:t>
            </a:r>
          </a:p>
        </p:txBody>
      </p:sp>
      <p:sp>
        <p:nvSpPr>
          <p:cNvPr id="14" name="">
            <a:extLst xmlns:a="http://schemas.openxmlformats.org/drawingml/2006/main">
              <a:ext uri="{FF2B5EF4-FFF2-40B4-BE49-F238E27FC236}">
                <a16:creationId xmlns:a16="http://schemas.microsoft.com/office/drawing/2014/main" id="{8D5BB8EF-F4F1-48E9-AE08-DE43587ECD09}"/>
              </a:ext>
            </a:extLst>
          </p:cNvPr>
          <p:cNvSpPr>
            <a:spLocks xmlns:a="http://schemas.openxmlformats.org/drawingml/2006/main" noGrp="1"/>
          </p:cNvSpPr>
          <p:nvPr/>
        </p:nvSpPr>
        <p:spPr>
          <a:xfrm xmlns:a="http://schemas.openxmlformats.org/drawingml/2006/main" flipH="0" flipV="0">
            <a:off x="5905500" y="1981200"/>
            <a:ext cx="95" cy="155257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15" name="">
            <a:extLst xmlns:a="http://schemas.openxmlformats.org/drawingml/2006/main">
              <a:ext uri="{FF2B5EF4-FFF2-40B4-BE49-F238E27FC236}">
                <a16:creationId xmlns:a16="http://schemas.microsoft.com/office/drawing/2014/main" id="{F4A7B71B-779D-4C20-8004-361292BEED80}"/>
              </a:ext>
            </a:extLst>
          </p:cNvPr>
          <p:cNvSpPr>
            <a:spLocks xmlns:a="http://schemas.openxmlformats.org/drawingml/2006/main" noGrp="1"/>
          </p:cNvSpPr>
          <p:nvPr/>
        </p:nvSpPr>
        <p:spPr>
          <a:xfrm xmlns:a="http://schemas.openxmlformats.org/drawingml/2006/main">
            <a:off x="6115050" y="19716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3225" b="1">
                <a:solidFill>
                  <a:srgbClr val="C65D32"/>
                </a:solidFill>
                <a:latin typeface="Arial"/>
                <a:ea typeface="Arial"/>
                <a:cs typeface="Arial"/>
              </a:defRPr>
            </a:pPr>
            <a:r>
              <a:rPr sz="3225" b="1">
                <a:solidFill>
                  <a:srgbClr val="C65D32"/>
                </a:solidFill>
                <a:latin typeface="Arial"/>
                <a:ea typeface="Arial"/>
                <a:cs typeface="Arial"/>
              </a:rPr>
              <a:t>+91%</a:t>
            </a:r>
          </a:p>
        </p:txBody>
      </p:sp>
      <p:sp>
        <p:nvSpPr>
          <p:cNvPr id="16" name="">
            <a:extLst xmlns:a="http://schemas.openxmlformats.org/drawingml/2006/main">
              <a:ext uri="{FF2B5EF4-FFF2-40B4-BE49-F238E27FC236}">
                <a16:creationId xmlns:a16="http://schemas.microsoft.com/office/drawing/2014/main" id="{524F7415-499A-4082-9DEE-1C270B7E3DD9}"/>
              </a:ext>
            </a:extLst>
          </p:cNvPr>
          <p:cNvSpPr>
            <a:spLocks xmlns:a="http://schemas.openxmlformats.org/drawingml/2006/main" noGrp="1"/>
          </p:cNvSpPr>
          <p:nvPr/>
        </p:nvSpPr>
        <p:spPr>
          <a:xfrm xmlns:a="http://schemas.openxmlformats.org/drawingml/2006/main">
            <a:off x="6115050" y="26193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52338"/>
                </a:solidFill>
                <a:latin typeface="Arial"/>
                <a:ea typeface="Arial"/>
                <a:cs typeface="Arial"/>
              </a:defRPr>
            </a:pPr>
            <a:r>
              <a:rPr sz="1125" b="1">
                <a:solidFill>
                  <a:srgbClr val="152338"/>
                </a:solidFill>
                <a:latin typeface="Arial"/>
                <a:ea typeface="Arial"/>
                <a:cs typeface="Arial"/>
              </a:rPr>
              <a:t>代码评审时间</a:t>
            </a:r>
          </a:p>
        </p:txBody>
      </p:sp>
      <p:sp>
        <p:nvSpPr>
          <p:cNvPr id="17" name="">
            <a:extLst xmlns:a="http://schemas.openxmlformats.org/drawingml/2006/main">
              <a:ext uri="{FF2B5EF4-FFF2-40B4-BE49-F238E27FC236}">
                <a16:creationId xmlns:a16="http://schemas.microsoft.com/office/drawing/2014/main" id="{D86D4448-ED46-4058-A27F-A6DC86FBAE87}"/>
              </a:ext>
            </a:extLst>
          </p:cNvPr>
          <p:cNvSpPr>
            <a:spLocks xmlns:a="http://schemas.openxmlformats.org/drawingml/2006/main" noGrp="1"/>
          </p:cNvSpPr>
          <p:nvPr/>
        </p:nvSpPr>
        <p:spPr>
          <a:xfrm xmlns:a="http://schemas.openxmlformats.org/drawingml/2006/main">
            <a:off x="6115050" y="29718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Faros 高 AI 采用团队 · PR 评审时间 +91%</a:t>
            </a:r>
          </a:p>
        </p:txBody>
      </p:sp>
      <p:sp>
        <p:nvSpPr>
          <p:cNvPr id="18" name="">
            <a:extLst xmlns:a="http://schemas.openxmlformats.org/drawingml/2006/main">
              <a:ext uri="{FF2B5EF4-FFF2-40B4-BE49-F238E27FC236}">
                <a16:creationId xmlns:a16="http://schemas.microsoft.com/office/drawing/2014/main" id="{1BF17D4D-5E53-4D2E-919D-209A70D38082}"/>
              </a:ext>
            </a:extLst>
          </p:cNvPr>
          <p:cNvSpPr>
            <a:spLocks xmlns:a="http://schemas.openxmlformats.org/drawingml/2006/main" noGrp="1"/>
          </p:cNvSpPr>
          <p:nvPr/>
        </p:nvSpPr>
        <p:spPr>
          <a:xfrm xmlns:a="http://schemas.openxmlformats.org/drawingml/2006/main" flipH="0" flipV="0">
            <a:off x="8639175" y="1981200"/>
            <a:ext cx="95" cy="155257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19" name="">
            <a:extLst xmlns:a="http://schemas.openxmlformats.org/drawingml/2006/main">
              <a:ext uri="{FF2B5EF4-FFF2-40B4-BE49-F238E27FC236}">
                <a16:creationId xmlns:a16="http://schemas.microsoft.com/office/drawing/2014/main" id="{DD92F07A-0D17-4836-9BF0-815E641DDC6C}"/>
              </a:ext>
            </a:extLst>
          </p:cNvPr>
          <p:cNvSpPr>
            <a:spLocks xmlns:a="http://schemas.openxmlformats.org/drawingml/2006/main" noGrp="1"/>
          </p:cNvSpPr>
          <p:nvPr/>
        </p:nvSpPr>
        <p:spPr>
          <a:xfrm xmlns:a="http://schemas.openxmlformats.org/drawingml/2006/main">
            <a:off x="8848725" y="1971675"/>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3225" b="1">
                <a:solidFill>
                  <a:srgbClr val="152338"/>
                </a:solidFill>
                <a:latin typeface="Arial"/>
                <a:ea typeface="Arial"/>
                <a:cs typeface="Arial"/>
              </a:defRPr>
            </a:pPr>
            <a:r>
              <a:rPr sz="3225" b="1">
                <a:solidFill>
                  <a:srgbClr val="152338"/>
                </a:solidFill>
                <a:latin typeface="Arial"/>
                <a:ea typeface="Arial"/>
                <a:cs typeface="Arial"/>
              </a:rPr>
              <a:t>−19%</a:t>
            </a:r>
          </a:p>
        </p:txBody>
      </p:sp>
      <p:sp>
        <p:nvSpPr>
          <p:cNvPr id="20" name="">
            <a:extLst xmlns:a="http://schemas.openxmlformats.org/drawingml/2006/main">
              <a:ext uri="{FF2B5EF4-FFF2-40B4-BE49-F238E27FC236}">
                <a16:creationId xmlns:a16="http://schemas.microsoft.com/office/drawing/2014/main" id="{4F7D7DB7-EE2A-4199-857E-B4BF9213554E}"/>
              </a:ext>
            </a:extLst>
          </p:cNvPr>
          <p:cNvSpPr>
            <a:spLocks xmlns:a="http://schemas.openxmlformats.org/drawingml/2006/main" noGrp="1"/>
          </p:cNvSpPr>
          <p:nvPr/>
        </p:nvSpPr>
        <p:spPr>
          <a:xfrm xmlns:a="http://schemas.openxmlformats.org/drawingml/2006/main">
            <a:off x="8848725" y="26193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125" b="1">
                <a:solidFill>
                  <a:srgbClr val="152338"/>
                </a:solidFill>
                <a:latin typeface="Arial"/>
                <a:ea typeface="Arial"/>
                <a:cs typeface="Arial"/>
              </a:defRPr>
            </a:pPr>
            <a:r>
              <a:rPr sz="1125" b="1">
                <a:solidFill>
                  <a:srgbClr val="152338"/>
                </a:solidFill>
                <a:latin typeface="Arial"/>
                <a:ea typeface="Arial"/>
                <a:cs typeface="Arial"/>
              </a:rPr>
              <a:t>专家实测反而更慢</a:t>
            </a:r>
          </a:p>
        </p:txBody>
      </p:sp>
      <p:sp>
        <p:nvSpPr>
          <p:cNvPr id="21" name="">
            <a:extLst xmlns:a="http://schemas.openxmlformats.org/drawingml/2006/main">
              <a:ext uri="{FF2B5EF4-FFF2-40B4-BE49-F238E27FC236}">
                <a16:creationId xmlns:a16="http://schemas.microsoft.com/office/drawing/2014/main" id="{207BC78D-5D07-45D7-B843-F4BF2CD55DB5}"/>
              </a:ext>
            </a:extLst>
          </p:cNvPr>
          <p:cNvSpPr>
            <a:spLocks xmlns:a="http://schemas.openxmlformats.org/drawingml/2006/main" noGrp="1"/>
          </p:cNvSpPr>
          <p:nvPr/>
        </p:nvSpPr>
        <p:spPr>
          <a:xfrm xmlns:a="http://schemas.openxmlformats.org/drawingml/2006/main">
            <a:off x="8848725" y="29718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0">
                <a:solidFill>
                  <a:srgbClr val="64748B"/>
                </a:solidFill>
                <a:latin typeface="Arial"/>
                <a:ea typeface="Arial"/>
                <a:cs typeface="Arial"/>
              </a:defRPr>
            </a:pPr>
            <a:r>
              <a:rPr sz="825" b="0">
                <a:solidFill>
                  <a:srgbClr val="64748B"/>
                </a:solidFill>
                <a:latin typeface="Arial"/>
                <a:ea typeface="Arial"/>
                <a:cs typeface="Arial"/>
              </a:rPr>
              <a:t>METR RCT · 16 位资深开源开发者 · 早期 2025 工具</a:t>
            </a:r>
          </a:p>
        </p:txBody>
      </p:sp>
      <p:sp>
        <p:nvSpPr>
          <p:cNvPr id="22" name="">
            <a:extLst xmlns:a="http://schemas.openxmlformats.org/drawingml/2006/main">
              <a:ext uri="{FF2B5EF4-FFF2-40B4-BE49-F238E27FC236}">
                <a16:creationId xmlns:a16="http://schemas.microsoft.com/office/drawing/2014/main" id="{0ECB25E2-4A38-422D-892F-A770B726A4DC}"/>
              </a:ext>
            </a:extLst>
          </p:cNvPr>
          <p:cNvSpPr>
            <a:spLocks xmlns:a="http://schemas.openxmlformats.org/drawingml/2006/main" noGrp="1"/>
          </p:cNvSpPr>
          <p:nvPr/>
        </p:nvSpPr>
        <p:spPr>
          <a:xfrm xmlns:a="http://schemas.openxmlformats.org/drawingml/2006/main" flipH="0" flipV="0">
            <a:off x="638175" y="3714750"/>
            <a:ext cx="10915650" cy="95"/>
          </a:xfrm>
          <a:prstGeom xmlns:a="http://schemas.openxmlformats.org/drawingml/2006/main" prst="line">
            <a:avLst/>
          </a:prstGeom>
          <a:noFill xmlns:a="http://schemas.openxmlformats.org/drawingml/2006/main"/>
          <a:ln xmlns:a="http://schemas.openxmlformats.org/drawingml/2006/main" w="9525">
            <a:solidFill>
              <a:srgbClr val="D9DEE5"/>
            </a:solidFill>
          </a:ln>
        </p:spPr>
      </p:sp>
      <p:sp>
        <p:nvSpPr>
          <p:cNvPr id="23" name="">
            <a:extLst xmlns:a="http://schemas.openxmlformats.org/drawingml/2006/main">
              <a:ext uri="{FF2B5EF4-FFF2-40B4-BE49-F238E27FC236}">
                <a16:creationId xmlns:a16="http://schemas.microsoft.com/office/drawing/2014/main" id="{067979B0-6E6F-4616-B77B-BE4CD0486214}"/>
              </a:ext>
            </a:extLst>
          </p:cNvPr>
          <p:cNvSpPr>
            <a:spLocks xmlns:a="http://schemas.openxmlformats.org/drawingml/2006/main" noGrp="1"/>
          </p:cNvSpPr>
          <p:nvPr/>
        </p:nvSpPr>
        <p:spPr>
          <a:xfrm xmlns:a="http://schemas.openxmlformats.org/drawingml/2006/main">
            <a:off x="657225" y="3819525"/>
            <a:ext cx="428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1200" b="1">
                <a:solidFill>
                  <a:srgbClr val="315EF6"/>
                </a:solidFill>
                <a:latin typeface="Arial"/>
                <a:ea typeface="Arial"/>
                <a:cs typeface="Arial"/>
              </a:defRPr>
            </a:pPr>
            <a:r>
              <a:rPr sz="1200" b="1">
                <a:solidFill>
                  <a:srgbClr val="315EF6"/>
                </a:solidFill>
                <a:latin typeface="Arial"/>
                <a:ea typeface="Arial"/>
                <a:cs typeface="Arial"/>
              </a:rPr>
              <a:t>工程案例里的可复用做法</a:t>
            </a:r>
          </a:p>
        </p:txBody>
      </p:sp>
      <p:sp>
        <p:nvSpPr>
          <p:cNvPr id="24" name="">
            <a:extLst xmlns:a="http://schemas.openxmlformats.org/drawingml/2006/main">
              <a:ext uri="{FF2B5EF4-FFF2-40B4-BE49-F238E27FC236}">
                <a16:creationId xmlns:a16="http://schemas.microsoft.com/office/drawing/2014/main" id="{6F2CFB37-4404-48C0-A316-4B60A66FC079}"/>
              </a:ext>
            </a:extLst>
          </p:cNvPr>
          <p:cNvSpPr>
            <a:spLocks xmlns:a="http://schemas.openxmlformats.org/drawingml/2006/main" noGrp="1"/>
          </p:cNvSpPr>
          <p:nvPr/>
        </p:nvSpPr>
        <p:spPr>
          <a:xfrm xmlns:a="http://schemas.openxmlformats.org/drawingml/2006/main">
            <a:off x="685800" y="4191000"/>
            <a:ext cx="3028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152338"/>
                </a:solidFill>
                <a:latin typeface="Arial"/>
                <a:ea typeface="Arial"/>
                <a:cs typeface="Arial"/>
              </a:defRPr>
            </a:pPr>
            <a:r>
              <a:rPr sz="900" b="1">
                <a:solidFill>
                  <a:srgbClr val="152338"/>
                </a:solidFill>
                <a:latin typeface="Arial"/>
                <a:ea typeface="Arial"/>
                <a:cs typeface="Arial"/>
              </a:rPr>
              <a:t>OpenAI · Harness Engineering</a:t>
            </a:r>
          </a:p>
        </p:txBody>
      </p:sp>
      <p:sp>
        <p:nvSpPr>
          <p:cNvPr id="25" name="">
            <a:extLst xmlns:a="http://schemas.openxmlformats.org/drawingml/2006/main">
              <a:ext uri="{FF2B5EF4-FFF2-40B4-BE49-F238E27FC236}">
                <a16:creationId xmlns:a16="http://schemas.microsoft.com/office/drawing/2014/main" id="{EF3D77F4-E702-4605-A7F6-0A2E3057AB37}"/>
              </a:ext>
            </a:extLst>
          </p:cNvPr>
          <p:cNvSpPr>
            <a:spLocks xmlns:a="http://schemas.openxmlformats.org/drawingml/2006/main" noGrp="1"/>
          </p:cNvSpPr>
          <p:nvPr/>
        </p:nvSpPr>
        <p:spPr>
          <a:xfrm xmlns:a="http://schemas.openxmlformats.org/drawingml/2006/main">
            <a:off x="3810000" y="419100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4866D"/>
                </a:solidFill>
                <a:latin typeface="Arial"/>
                <a:ea typeface="Arial"/>
                <a:cs typeface="Arial"/>
              </a:defRPr>
            </a:pPr>
            <a:r>
              <a:rPr sz="825" b="1">
                <a:solidFill>
                  <a:srgbClr val="14866D"/>
                </a:solidFill>
                <a:latin typeface="Arial"/>
                <a:ea typeface="Arial"/>
                <a:cs typeface="Arial"/>
              </a:rPr>
              <a:t>3 人 · 5 个月 · ~100 万行 · 手写 0</a:t>
            </a:r>
          </a:p>
        </p:txBody>
      </p:sp>
      <p:sp>
        <p:nvSpPr>
          <p:cNvPr id="26" name="">
            <a:extLst xmlns:a="http://schemas.openxmlformats.org/drawingml/2006/main">
              <a:ext uri="{FF2B5EF4-FFF2-40B4-BE49-F238E27FC236}">
                <a16:creationId xmlns:a16="http://schemas.microsoft.com/office/drawing/2014/main" id="{AF8D4D9F-9F83-45A9-A892-4E42655809A2}"/>
              </a:ext>
            </a:extLst>
          </p:cNvPr>
          <p:cNvSpPr>
            <a:spLocks xmlns:a="http://schemas.openxmlformats.org/drawingml/2006/main" noGrp="1"/>
          </p:cNvSpPr>
          <p:nvPr/>
        </p:nvSpPr>
        <p:spPr>
          <a:xfrm xmlns:a="http://schemas.openxmlformats.org/drawingml/2006/main">
            <a:off x="7115175" y="41910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AGENTS.md 指向 docs/；用 linter 固化品味</a:t>
            </a:r>
          </a:p>
        </p:txBody>
      </p:sp>
      <p:sp>
        <p:nvSpPr>
          <p:cNvPr id="27" name="">
            <a:extLst xmlns:a="http://schemas.openxmlformats.org/drawingml/2006/main">
              <a:ext uri="{FF2B5EF4-FFF2-40B4-BE49-F238E27FC236}">
                <a16:creationId xmlns:a16="http://schemas.microsoft.com/office/drawing/2014/main" id="{F65F5AC7-FCF9-4E5E-9D4B-593C0770ADEA}"/>
              </a:ext>
            </a:extLst>
          </p:cNvPr>
          <p:cNvSpPr>
            <a:spLocks xmlns:a="http://schemas.openxmlformats.org/drawingml/2006/main" noGrp="1"/>
          </p:cNvSpPr>
          <p:nvPr/>
        </p:nvSpPr>
        <p:spPr>
          <a:xfrm xmlns:a="http://schemas.openxmlformats.org/drawingml/2006/main">
            <a:off x="685800" y="4572000"/>
            <a:ext cx="3028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152338"/>
                </a:solidFill>
                <a:latin typeface="Arial"/>
                <a:ea typeface="Arial"/>
                <a:cs typeface="Arial"/>
              </a:defRPr>
            </a:pPr>
            <a:r>
              <a:rPr sz="900" b="1">
                <a:solidFill>
                  <a:srgbClr val="152338"/>
                </a:solidFill>
                <a:latin typeface="Arial"/>
                <a:ea typeface="Arial"/>
                <a:cs typeface="Arial"/>
              </a:rPr>
              <a:t>Bun · Zig→Rust 整体移植</a:t>
            </a:r>
          </a:p>
        </p:txBody>
      </p:sp>
      <p:sp>
        <p:nvSpPr>
          <p:cNvPr id="28" name="">
            <a:extLst xmlns:a="http://schemas.openxmlformats.org/drawingml/2006/main">
              <a:ext uri="{FF2B5EF4-FFF2-40B4-BE49-F238E27FC236}">
                <a16:creationId xmlns:a16="http://schemas.microsoft.com/office/drawing/2014/main" id="{6832BE97-2A04-4532-8AA1-21C92EBD242F}"/>
              </a:ext>
            </a:extLst>
          </p:cNvPr>
          <p:cNvSpPr>
            <a:spLocks xmlns:a="http://schemas.openxmlformats.org/drawingml/2006/main" noGrp="1"/>
          </p:cNvSpPr>
          <p:nvPr/>
        </p:nvSpPr>
        <p:spPr>
          <a:xfrm xmlns:a="http://schemas.openxmlformats.org/drawingml/2006/main">
            <a:off x="3810000" y="457200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11 天 · ~6,700 commits · ~$165k</a:t>
            </a:r>
          </a:p>
        </p:txBody>
      </p:sp>
      <p:sp>
        <p:nvSpPr>
          <p:cNvPr id="29" name="">
            <a:extLst xmlns:a="http://schemas.openxmlformats.org/drawingml/2006/main">
              <a:ext uri="{FF2B5EF4-FFF2-40B4-BE49-F238E27FC236}">
                <a16:creationId xmlns:a16="http://schemas.microsoft.com/office/drawing/2014/main" id="{098AED1A-CDED-4E49-9557-99C4CE41C89F}"/>
              </a:ext>
            </a:extLst>
          </p:cNvPr>
          <p:cNvSpPr>
            <a:spLocks xmlns:a="http://schemas.openxmlformats.org/drawingml/2006/main" noGrp="1"/>
          </p:cNvSpPr>
          <p:nvPr/>
        </p:nvSpPr>
        <p:spPr>
          <a:xfrm xmlns:a="http://schemas.openxmlformats.org/drawingml/2006/main">
            <a:off x="7115175" y="45720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先写 PORTING.md，再并行 ~64 个 Agent</a:t>
            </a:r>
          </a:p>
        </p:txBody>
      </p:sp>
      <p:sp>
        <p:nvSpPr>
          <p:cNvPr id="30" name="">
            <a:extLst xmlns:a="http://schemas.openxmlformats.org/drawingml/2006/main">
              <a:ext uri="{FF2B5EF4-FFF2-40B4-BE49-F238E27FC236}">
                <a16:creationId xmlns:a16="http://schemas.microsoft.com/office/drawing/2014/main" id="{9BAB2E02-1B6A-4277-8AC8-8FB66196ED6E}"/>
              </a:ext>
            </a:extLst>
          </p:cNvPr>
          <p:cNvSpPr>
            <a:spLocks xmlns:a="http://schemas.openxmlformats.org/drawingml/2006/main" noGrp="1"/>
          </p:cNvSpPr>
          <p:nvPr/>
        </p:nvSpPr>
        <p:spPr>
          <a:xfrm xmlns:a="http://schemas.openxmlformats.org/drawingml/2006/main">
            <a:off x="685800" y="4953000"/>
            <a:ext cx="3028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152338"/>
                </a:solidFill>
                <a:latin typeface="Arial"/>
                <a:ea typeface="Arial"/>
                <a:cs typeface="Arial"/>
              </a:defRPr>
            </a:pPr>
            <a:r>
              <a:rPr sz="900" b="1">
                <a:solidFill>
                  <a:srgbClr val="152338"/>
                </a:solidFill>
                <a:latin typeface="Arial"/>
                <a:ea typeface="Arial"/>
                <a:cs typeface="Arial"/>
              </a:rPr>
              <a:t>Anthropic · 代码迁移六步法</a:t>
            </a:r>
          </a:p>
        </p:txBody>
      </p:sp>
      <p:sp>
        <p:nvSpPr>
          <p:cNvPr id="31" name="">
            <a:extLst xmlns:a="http://schemas.openxmlformats.org/drawingml/2006/main">
              <a:ext uri="{FF2B5EF4-FFF2-40B4-BE49-F238E27FC236}">
                <a16:creationId xmlns:a16="http://schemas.microsoft.com/office/drawing/2014/main" id="{5FD66254-5734-4102-9635-490A79119247}"/>
              </a:ext>
            </a:extLst>
          </p:cNvPr>
          <p:cNvSpPr>
            <a:spLocks xmlns:a="http://schemas.openxmlformats.org/drawingml/2006/main" noGrp="1"/>
          </p:cNvSpPr>
          <p:nvPr/>
        </p:nvSpPr>
        <p:spPr>
          <a:xfrm xmlns:a="http://schemas.openxmlformats.org/drawingml/2006/main">
            <a:off x="3810000" y="495300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先建『裁判』，再翻译</a:t>
            </a:r>
          </a:p>
        </p:txBody>
      </p:sp>
      <p:sp>
        <p:nvSpPr>
          <p:cNvPr id="32" name="">
            <a:extLst xmlns:a="http://schemas.openxmlformats.org/drawingml/2006/main">
              <a:ext uri="{FF2B5EF4-FFF2-40B4-BE49-F238E27FC236}">
                <a16:creationId xmlns:a16="http://schemas.microsoft.com/office/drawing/2014/main" id="{D5FDBEA2-02F7-48C9-9352-1C355E467790}"/>
              </a:ext>
            </a:extLst>
          </p:cNvPr>
          <p:cNvSpPr>
            <a:spLocks xmlns:a="http://schemas.openxmlformats.org/drawingml/2006/main" noGrp="1"/>
          </p:cNvSpPr>
          <p:nvPr/>
        </p:nvSpPr>
        <p:spPr>
          <a:xfrm xmlns:a="http://schemas.openxmlformats.org/drawingml/2006/main">
            <a:off x="7115175" y="49530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不要修代码，要修产生代码的循环</a:t>
            </a:r>
          </a:p>
        </p:txBody>
      </p:sp>
      <p:sp>
        <p:nvSpPr>
          <p:cNvPr id="33" name="">
            <a:extLst xmlns:a="http://schemas.openxmlformats.org/drawingml/2006/main">
              <a:ext uri="{FF2B5EF4-FFF2-40B4-BE49-F238E27FC236}">
                <a16:creationId xmlns:a16="http://schemas.microsoft.com/office/drawing/2014/main" id="{4103D7A4-EE4A-4326-BE81-36DB680A7DB3}"/>
              </a:ext>
            </a:extLst>
          </p:cNvPr>
          <p:cNvSpPr>
            <a:spLocks xmlns:a="http://schemas.openxmlformats.org/drawingml/2006/main" noGrp="1"/>
          </p:cNvSpPr>
          <p:nvPr/>
        </p:nvSpPr>
        <p:spPr>
          <a:xfrm xmlns:a="http://schemas.openxmlformats.org/drawingml/2006/main">
            <a:off x="685800" y="5334000"/>
            <a:ext cx="3028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900" b="1">
                <a:solidFill>
                  <a:srgbClr val="152338"/>
                </a:solidFill>
                <a:latin typeface="Arial"/>
                <a:ea typeface="Arial"/>
                <a:cs typeface="Arial"/>
              </a:defRPr>
            </a:pPr>
            <a:r>
              <a:rPr sz="900" b="1">
                <a:solidFill>
                  <a:srgbClr val="152338"/>
                </a:solidFill>
                <a:latin typeface="Arial"/>
                <a:ea typeface="Arial"/>
                <a:cs typeface="Arial"/>
              </a:rPr>
              <a:t>OpenAI · Codex CLI 原生重写</a:t>
            </a:r>
          </a:p>
        </p:txBody>
      </p:sp>
      <p:sp>
        <p:nvSpPr>
          <p:cNvPr id="34" name="">
            <a:extLst xmlns:a="http://schemas.openxmlformats.org/drawingml/2006/main">
              <a:ext uri="{FF2B5EF4-FFF2-40B4-BE49-F238E27FC236}">
                <a16:creationId xmlns:a16="http://schemas.microsoft.com/office/drawing/2014/main" id="{8841E26E-52D6-4825-A5D1-A67516A26009}"/>
              </a:ext>
            </a:extLst>
          </p:cNvPr>
          <p:cNvSpPr>
            <a:spLocks xmlns:a="http://schemas.openxmlformats.org/drawingml/2006/main" noGrp="1"/>
          </p:cNvSpPr>
          <p:nvPr/>
        </p:nvSpPr>
        <p:spPr>
          <a:xfrm xmlns:a="http://schemas.openxmlformats.org/drawingml/2006/main">
            <a:off x="3810000" y="5334000"/>
            <a:ext cx="3190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825" b="1">
                <a:solidFill>
                  <a:srgbClr val="152338"/>
                </a:solidFill>
                <a:latin typeface="Arial"/>
                <a:ea typeface="Arial"/>
                <a:cs typeface="Arial"/>
              </a:defRPr>
            </a:pPr>
            <a:r>
              <a:rPr sz="825" b="1">
                <a:solidFill>
                  <a:srgbClr val="152338"/>
                </a:solidFill>
                <a:latin typeface="Arial"/>
                <a:ea typeface="Arial"/>
                <a:cs typeface="Arial"/>
              </a:rPr>
              <a:t>≈ 95.7% Rust</a:t>
            </a:r>
          </a:p>
        </p:txBody>
      </p:sp>
      <p:sp>
        <p:nvSpPr>
          <p:cNvPr id="35" name="">
            <a:extLst xmlns:a="http://schemas.openxmlformats.org/drawingml/2006/main">
              <a:ext uri="{FF2B5EF4-FFF2-40B4-BE49-F238E27FC236}">
                <a16:creationId xmlns:a16="http://schemas.microsoft.com/office/drawing/2014/main" id="{8374BC05-0E34-4E94-B61A-25FF2B987124}"/>
              </a:ext>
            </a:extLst>
          </p:cNvPr>
          <p:cNvSpPr>
            <a:spLocks xmlns:a="http://schemas.openxmlformats.org/drawingml/2006/main" noGrp="1"/>
          </p:cNvSpPr>
          <p:nvPr/>
        </p:nvSpPr>
        <p:spPr>
          <a:xfrm xmlns:a="http://schemas.openxmlformats.org/drawingml/2006/main">
            <a:off x="7115175" y="53340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l">
              <a:defRPr sz="750" b="0">
                <a:solidFill>
                  <a:srgbClr val="64748B"/>
                </a:solidFill>
                <a:latin typeface="Arial"/>
                <a:ea typeface="Arial"/>
                <a:cs typeface="Arial"/>
              </a:defRPr>
            </a:pPr>
            <a:r>
              <a:rPr sz="750" b="0">
                <a:solidFill>
                  <a:srgbClr val="64748B"/>
                </a:solidFill>
                <a:latin typeface="Arial"/>
                <a:ea typeface="Arial"/>
                <a:cs typeface="Arial"/>
              </a:rPr>
              <a:t>整框架换语言，已由 Agent 承担主体</a:t>
            </a:r>
          </a:p>
        </p:txBody>
      </p:sp>
      <p:sp>
        <p:nvSpPr>
          <p:cNvPr id="36" name="">
            <a:extLst xmlns:a="http://schemas.openxmlformats.org/drawingml/2006/main">
              <a:ext uri="{FF2B5EF4-FFF2-40B4-BE49-F238E27FC236}">
                <a16:creationId xmlns:a16="http://schemas.microsoft.com/office/drawing/2014/main" id="{01B05AC1-390C-4230-A977-6F07322C93C2}"/>
              </a:ext>
            </a:extLst>
          </p:cNvPr>
          <p:cNvSpPr>
            <a:spLocks xmlns:a="http://schemas.openxmlformats.org/drawingml/2006/main" noGrp="1"/>
          </p:cNvSpPr>
          <p:nvPr/>
        </p:nvSpPr>
        <p:spPr>
          <a:xfrm xmlns:a="http://schemas.openxmlformats.org/drawingml/2006/main">
            <a:off x="647700" y="5857875"/>
            <a:ext cx="10906125" cy="371475"/>
          </a:xfrm>
          <a:prstGeom xmlns:a="http://schemas.openxmlformats.org/drawingml/2006/main" prst="roundRect">
            <a:avLst>
              <a:gd name="adj" fmla="val 17949"/>
            </a:avLst>
          </a:prstGeom>
          <a:solidFill xmlns:a="http://schemas.openxmlformats.org/drawingml/2006/main">
            <a:srgbClr val="F8ECE6"/>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1948CF-F624-412A-9520-28BA2400AF93}"/>
              </a:ext>
            </a:extLst>
          </p:cNvPr>
          <p:cNvSpPr>
            <a:spLocks xmlns:a="http://schemas.openxmlformats.org/drawingml/2006/main" noGrp="1"/>
          </p:cNvSpPr>
          <p:nvPr/>
        </p:nvSpPr>
        <p:spPr>
          <a:xfrm xmlns:a="http://schemas.openxmlformats.org/drawingml/2006/main">
            <a:off x="762000" y="5915025"/>
            <a:ext cx="1066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28575" tIns="19050" rIns="28575" bIns="19050" anchor="ctr">
            <a:normAutofit fontScale="100000"/>
          </a:bodyPr>
          <a:lstStyle xmlns:a="http://schemas.openxmlformats.org/drawingml/2006/main"/>
          <a:p xmlns:a="http://schemas.openxmlformats.org/drawingml/2006/main">
            <a:pPr algn="ctr">
              <a:defRPr sz="900" b="1">
                <a:solidFill>
                  <a:srgbClr val="C65D32"/>
                </a:solidFill>
                <a:latin typeface="Arial"/>
                <a:ea typeface="Arial"/>
                <a:cs typeface="Arial"/>
              </a:defRPr>
            </a:pPr>
            <a:r>
              <a:rPr sz="900" b="1">
                <a:solidFill>
                  <a:srgbClr val="C65D32"/>
                </a:solidFill>
                <a:latin typeface="Arial"/>
                <a:ea typeface="Arial"/>
                <a:cs typeface="Arial"/>
              </a:rPr>
              <a:t>不同研究口径、样本与方法不可合并成一个因果结论；本页用于提出问题与设计框架。</a:t>
            </a:r>
          </a:p>
        </p:txBody>
      </p:sp>
    </p:spTree>
    <p:extLst>
      <p:ext uri="{BB962C8B-B14F-4D97-AF65-F5344CB8AC3E}">
        <p14:creationId xmlns:p14="http://schemas.microsoft.com/office/powerpoint/2010/main" val="19181969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2026-10-07T06:39:11.8010000Z</dcterms:created>
  <dcterms:modified xsi:type="dcterms:W3CDTF">2026-10-07T06:39:11.8010000Z</dcterms:modified>
</coreProperties>
</file>